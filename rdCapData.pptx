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31"/>
  </p:notesMasterIdLst>
  <p:sldIdLst>
    <p:sldId id="256" r:id="rId2"/>
    <p:sldId id="277" r:id="rId3"/>
    <p:sldId id="278" r:id="rId4"/>
    <p:sldId id="279" r:id="rId5"/>
    <p:sldId id="257" r:id="rId6"/>
    <p:sldId id="259" r:id="rId7"/>
    <p:sldId id="258" r:id="rId8"/>
    <p:sldId id="260" r:id="rId9"/>
    <p:sldId id="261" r:id="rId10"/>
    <p:sldId id="276" r:id="rId11"/>
    <p:sldId id="262" r:id="rId12"/>
    <p:sldId id="263" r:id="rId13"/>
    <p:sldId id="264" r:id="rId14"/>
    <p:sldId id="265" r:id="rId15"/>
    <p:sldId id="274" r:id="rId16"/>
    <p:sldId id="280" r:id="rId17"/>
    <p:sldId id="281" r:id="rId18"/>
    <p:sldId id="282" r:id="rId19"/>
    <p:sldId id="283" r:id="rId20"/>
    <p:sldId id="284" r:id="rId21"/>
    <p:sldId id="285" r:id="rId22"/>
    <p:sldId id="266" r:id="rId23"/>
    <p:sldId id="267" r:id="rId24"/>
    <p:sldId id="268" r:id="rId25"/>
    <p:sldId id="269" r:id="rId26"/>
    <p:sldId id="270" r:id="rId27"/>
    <p:sldId id="271" r:id="rId28"/>
    <p:sldId id="272" r:id="rId29"/>
    <p:sldId id="273" r:id="rId3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4D344F-C2E5-43D1-AC35-A7376B1A34ED}" v="42" dt="2025-11-23T04:10:10.3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4660"/>
  </p:normalViewPr>
  <p:slideViewPr>
    <p:cSldViewPr snapToGrid="0">
      <p:cViewPr varScale="1">
        <p:scale>
          <a:sx n="82" d="100"/>
          <a:sy n="82" d="100"/>
        </p:scale>
        <p:origin x="728" y="280"/>
      </p:cViewPr>
      <p:guideLst>
        <p:guide orient="horz" pos="162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ylan Matthews" userId="e809ba29b67ceec1" providerId="LiveId" clId="{9838BF6C-0416-4349-B6F5-6DDE7366DDC2}"/>
    <pc:docChg chg="undo redo custSel addSld delSld modSld sldOrd">
      <pc:chgData name="Jaylan Matthews" userId="e809ba29b67ceec1" providerId="LiveId" clId="{9838BF6C-0416-4349-B6F5-6DDE7366DDC2}" dt="2025-11-23T04:08:12.742" v="567" actId="20577"/>
      <pc:docMkLst>
        <pc:docMk/>
      </pc:docMkLst>
      <pc:sldChg chg="modSp mod modAnim modNotesTx">
        <pc:chgData name="Jaylan Matthews" userId="e809ba29b67ceec1" providerId="LiveId" clId="{9838BF6C-0416-4349-B6F5-6DDE7366DDC2}" dt="2025-11-23T00:35:32.180" v="213" actId="20577"/>
        <pc:sldMkLst>
          <pc:docMk/>
          <pc:sldMk cId="0" sldId="256"/>
        </pc:sldMkLst>
        <pc:spChg chg="mod">
          <ac:chgData name="Jaylan Matthews" userId="e809ba29b67ceec1" providerId="LiveId" clId="{9838BF6C-0416-4349-B6F5-6DDE7366DDC2}" dt="2025-11-23T00:33:53.895" v="210" actId="27636"/>
          <ac:spMkLst>
            <pc:docMk/>
            <pc:sldMk cId="0" sldId="256"/>
            <ac:spMk id="54" creationId="{00000000-0000-0000-0000-000000000000}"/>
          </ac:spMkLst>
        </pc:spChg>
      </pc:sldChg>
      <pc:sldChg chg="modSp mod modNotesTx">
        <pc:chgData name="Jaylan Matthews" userId="e809ba29b67ceec1" providerId="LiveId" clId="{9838BF6C-0416-4349-B6F5-6DDE7366DDC2}" dt="2025-11-23T02:35:51.818" v="355" actId="20577"/>
        <pc:sldMkLst>
          <pc:docMk/>
          <pc:sldMk cId="0" sldId="257"/>
        </pc:sldMkLst>
        <pc:spChg chg="mod">
          <ac:chgData name="Jaylan Matthews" userId="e809ba29b67ceec1" providerId="LiveId" clId="{9838BF6C-0416-4349-B6F5-6DDE7366DDC2}" dt="2025-11-23T00:37:25.550" v="215" actId="27636"/>
          <ac:spMkLst>
            <pc:docMk/>
            <pc:sldMk cId="0" sldId="257"/>
            <ac:spMk id="60" creationId="{00000000-0000-0000-0000-000000000000}"/>
          </ac:spMkLst>
        </pc:spChg>
        <pc:picChg chg="mod">
          <ac:chgData name="Jaylan Matthews" userId="e809ba29b67ceec1" providerId="LiveId" clId="{9838BF6C-0416-4349-B6F5-6DDE7366DDC2}" dt="2025-11-23T01:09:09.519" v="219" actId="1076"/>
          <ac:picMkLst>
            <pc:docMk/>
            <pc:sldMk cId="0" sldId="257"/>
            <ac:picMk id="3" creationId="{A41227A2-0501-84B2-F2FF-13532B040AF8}"/>
          </ac:picMkLst>
        </pc:picChg>
      </pc:sldChg>
      <pc:sldChg chg="addSp delSp modSp mod ord setBg setClrOvrMap modNotesTx">
        <pc:chgData name="Jaylan Matthews" userId="e809ba29b67ceec1" providerId="LiveId" clId="{9838BF6C-0416-4349-B6F5-6DDE7366DDC2}" dt="2025-11-23T02:52:15.441" v="405" actId="20577"/>
        <pc:sldMkLst>
          <pc:docMk/>
          <pc:sldMk cId="0" sldId="258"/>
        </pc:sldMkLst>
        <pc:spChg chg="add del mod">
          <ac:chgData name="Jaylan Matthews" userId="e809ba29b67ceec1" providerId="LiveId" clId="{9838BF6C-0416-4349-B6F5-6DDE7366DDC2}" dt="2025-11-23T01:11:29.317" v="229" actId="26606"/>
          <ac:spMkLst>
            <pc:docMk/>
            <pc:sldMk cId="0" sldId="258"/>
            <ac:spMk id="3" creationId="{01560122-89BB-4AB0-BD2E-A363470A633C}"/>
          </ac:spMkLst>
        </pc:spChg>
        <pc:spChg chg="add del mod">
          <ac:chgData name="Jaylan Matthews" userId="e809ba29b67ceec1" providerId="LiveId" clId="{9838BF6C-0416-4349-B6F5-6DDE7366DDC2}" dt="2025-11-23T02:38:54.277" v="364" actId="26606"/>
          <ac:spMkLst>
            <pc:docMk/>
            <pc:sldMk cId="0" sldId="258"/>
            <ac:spMk id="4" creationId="{BE491324-DE23-BD44-B189-3C5FC3B896F1}"/>
          </ac:spMkLst>
        </pc:spChg>
        <pc:spChg chg="mod">
          <ac:chgData name="Jaylan Matthews" userId="e809ba29b67ceec1" providerId="LiveId" clId="{9838BF6C-0416-4349-B6F5-6DDE7366DDC2}" dt="2025-11-23T02:03:39.711" v="283" actId="20577"/>
          <ac:spMkLst>
            <pc:docMk/>
            <pc:sldMk cId="0" sldId="258"/>
            <ac:spMk id="65" creationId="{00000000-0000-0000-0000-000000000000}"/>
          </ac:spMkLst>
        </pc:spChg>
        <pc:spChg chg="add del">
          <ac:chgData name="Jaylan Matthews" userId="e809ba29b67ceec1" providerId="LiveId" clId="{9838BF6C-0416-4349-B6F5-6DDE7366DDC2}" dt="2025-11-23T01:11:29.317" v="229" actId="26606"/>
          <ac:spMkLst>
            <pc:docMk/>
            <pc:sldMk cId="0" sldId="258"/>
            <ac:spMk id="83" creationId="{75F65CD9-825D-44BD-8681-D42D260D4C63}"/>
          </ac:spMkLst>
        </pc:spChg>
        <pc:spChg chg="add del">
          <ac:chgData name="Jaylan Matthews" userId="e809ba29b67ceec1" providerId="LiveId" clId="{9838BF6C-0416-4349-B6F5-6DDE7366DDC2}" dt="2025-11-23T01:11:29.317" v="229" actId="26606"/>
          <ac:spMkLst>
            <pc:docMk/>
            <pc:sldMk cId="0" sldId="258"/>
            <ac:spMk id="85" creationId="{B2F64C47-BE0B-4DA4-A62F-C6922DD2082F}"/>
          </ac:spMkLst>
        </pc:spChg>
        <pc:spChg chg="add">
          <ac:chgData name="Jaylan Matthews" userId="e809ba29b67ceec1" providerId="LiveId" clId="{9838BF6C-0416-4349-B6F5-6DDE7366DDC2}" dt="2025-11-23T01:11:29.317" v="229" actId="26606"/>
          <ac:spMkLst>
            <pc:docMk/>
            <pc:sldMk cId="0" sldId="258"/>
            <ac:spMk id="93" creationId="{75F65CD9-825D-44BD-8681-D42D260D4C63}"/>
          </ac:spMkLst>
        </pc:spChg>
        <pc:spChg chg="add">
          <ac:chgData name="Jaylan Matthews" userId="e809ba29b67ceec1" providerId="LiveId" clId="{9838BF6C-0416-4349-B6F5-6DDE7366DDC2}" dt="2025-11-23T01:11:29.317" v="229" actId="26606"/>
          <ac:spMkLst>
            <pc:docMk/>
            <pc:sldMk cId="0" sldId="258"/>
            <ac:spMk id="95" creationId="{B2F64C47-BE0B-4DA4-A62F-C6922DD2082F}"/>
          </ac:spMkLst>
        </pc:spChg>
        <pc:graphicFrameChg chg="del modGraphic">
          <ac:chgData name="Jaylan Matthews" userId="e809ba29b67ceec1" providerId="LiveId" clId="{9838BF6C-0416-4349-B6F5-6DDE7366DDC2}" dt="2025-11-23T01:10:23.846" v="224" actId="21"/>
          <ac:graphicFrameMkLst>
            <pc:docMk/>
            <pc:sldMk cId="0" sldId="258"/>
            <ac:graphicFrameMk id="77" creationId="{F95C2874-7C38-54CF-62E3-8EFF019BC1B8}"/>
          </ac:graphicFrameMkLst>
        </pc:graphicFrameChg>
        <pc:graphicFrameChg chg="add del">
          <ac:chgData name="Jaylan Matthews" userId="e809ba29b67ceec1" providerId="LiveId" clId="{9838BF6C-0416-4349-B6F5-6DDE7366DDC2}" dt="2025-11-23T01:11:29.202" v="228" actId="26606"/>
          <ac:graphicFrameMkLst>
            <pc:docMk/>
            <pc:sldMk cId="0" sldId="258"/>
            <ac:graphicFrameMk id="87" creationId="{4C2FCA29-BCAD-FC0E-4DBD-5871CBD9D663}"/>
          </ac:graphicFrameMkLst>
        </pc:graphicFrameChg>
        <pc:graphicFrameChg chg="add del modGraphic">
          <ac:chgData name="Jaylan Matthews" userId="e809ba29b67ceec1" providerId="LiveId" clId="{9838BF6C-0416-4349-B6F5-6DDE7366DDC2}" dt="2025-11-23T02:37:10.348" v="357" actId="478"/>
          <ac:graphicFrameMkLst>
            <pc:docMk/>
            <pc:sldMk cId="0" sldId="258"/>
            <ac:graphicFrameMk id="96" creationId="{971CC6E0-75E4-0ACE-C64D-F5160AC5FA59}"/>
          </ac:graphicFrameMkLst>
        </pc:graphicFrameChg>
        <pc:graphicFrameChg chg="add">
          <ac:chgData name="Jaylan Matthews" userId="e809ba29b67ceec1" providerId="LiveId" clId="{9838BF6C-0416-4349-B6F5-6DDE7366DDC2}" dt="2025-11-23T02:38:54.277" v="364" actId="26606"/>
          <ac:graphicFrameMkLst>
            <pc:docMk/>
            <pc:sldMk cId="0" sldId="258"/>
            <ac:graphicFrameMk id="97" creationId="{369BA480-CC0E-88F6-6135-B5A2A6069A05}"/>
          </ac:graphicFrameMkLst>
        </pc:graphicFrameChg>
        <pc:picChg chg="add del">
          <ac:chgData name="Jaylan Matthews" userId="e809ba29b67ceec1" providerId="LiveId" clId="{9838BF6C-0416-4349-B6F5-6DDE7366DDC2}" dt="2025-11-23T01:11:29.317" v="229" actId="26606"/>
          <ac:picMkLst>
            <pc:docMk/>
            <pc:sldMk cId="0" sldId="258"/>
            <ac:picMk id="81" creationId="{42476583-CC33-45CE-B51B-215B5673CD22}"/>
          </ac:picMkLst>
        </pc:picChg>
        <pc:picChg chg="add del">
          <ac:chgData name="Jaylan Matthews" userId="e809ba29b67ceec1" providerId="LiveId" clId="{9838BF6C-0416-4349-B6F5-6DDE7366DDC2}" dt="2025-11-23T01:11:29.202" v="228" actId="26606"/>
          <ac:picMkLst>
            <pc:docMk/>
            <pc:sldMk cId="0" sldId="258"/>
            <ac:picMk id="91" creationId="{42476583-CC33-45CE-B51B-215B5673CD22}"/>
          </ac:picMkLst>
        </pc:picChg>
        <pc:picChg chg="add">
          <ac:chgData name="Jaylan Matthews" userId="e809ba29b67ceec1" providerId="LiveId" clId="{9838BF6C-0416-4349-B6F5-6DDE7366DDC2}" dt="2025-11-23T01:11:29.317" v="229" actId="26606"/>
          <ac:picMkLst>
            <pc:docMk/>
            <pc:sldMk cId="0" sldId="258"/>
            <ac:picMk id="94" creationId="{42476583-CC33-45CE-B51B-215B5673CD22}"/>
          </ac:picMkLst>
        </pc:picChg>
      </pc:sldChg>
      <pc:sldChg chg="modSp mod modNotesTx">
        <pc:chgData name="Jaylan Matthews" userId="e809ba29b67ceec1" providerId="LiveId" clId="{9838BF6C-0416-4349-B6F5-6DDE7366DDC2}" dt="2025-11-23T02:51:11.429" v="401" actId="20577"/>
        <pc:sldMkLst>
          <pc:docMk/>
          <pc:sldMk cId="0" sldId="259"/>
        </pc:sldMkLst>
        <pc:spChg chg="mod">
          <ac:chgData name="Jaylan Matthews" userId="e809ba29b67ceec1" providerId="LiveId" clId="{9838BF6C-0416-4349-B6F5-6DDE7366DDC2}" dt="2025-11-23T02:48:34.193" v="385" actId="313"/>
          <ac:spMkLst>
            <pc:docMk/>
            <pc:sldMk cId="0" sldId="259"/>
            <ac:spMk id="71" creationId="{00000000-0000-0000-0000-000000000000}"/>
          </ac:spMkLst>
        </pc:spChg>
      </pc:sldChg>
      <pc:sldChg chg="modSp mod ord modNotesTx">
        <pc:chgData name="Jaylan Matthews" userId="e809ba29b67ceec1" providerId="LiveId" clId="{9838BF6C-0416-4349-B6F5-6DDE7366DDC2}" dt="2025-11-23T03:37:09.582" v="494"/>
        <pc:sldMkLst>
          <pc:docMk/>
          <pc:sldMk cId="0" sldId="262"/>
        </pc:sldMkLst>
        <pc:spChg chg="mod">
          <ac:chgData name="Jaylan Matthews" userId="e809ba29b67ceec1" providerId="LiveId" clId="{9838BF6C-0416-4349-B6F5-6DDE7366DDC2}" dt="2025-11-23T03:05:24.035" v="456" actId="1076"/>
          <ac:spMkLst>
            <pc:docMk/>
            <pc:sldMk cId="0" sldId="262"/>
            <ac:spMk id="94" creationId="{00000000-0000-0000-0000-000000000000}"/>
          </ac:spMkLst>
        </pc:spChg>
        <pc:spChg chg="mod">
          <ac:chgData name="Jaylan Matthews" userId="e809ba29b67ceec1" providerId="LiveId" clId="{9838BF6C-0416-4349-B6F5-6DDE7366DDC2}" dt="2025-11-23T03:37:09.582" v="494"/>
          <ac:spMkLst>
            <pc:docMk/>
            <pc:sldMk cId="0" sldId="262"/>
            <ac:spMk id="95" creationId="{00000000-0000-0000-0000-000000000000}"/>
          </ac:spMkLst>
        </pc:spChg>
        <pc:picChg chg="mod">
          <ac:chgData name="Jaylan Matthews" userId="e809ba29b67ceec1" providerId="LiveId" clId="{9838BF6C-0416-4349-B6F5-6DDE7366DDC2}" dt="2025-11-23T03:05:29.036" v="457" actId="14100"/>
          <ac:picMkLst>
            <pc:docMk/>
            <pc:sldMk cId="0" sldId="262"/>
            <ac:picMk id="96" creationId="{00000000-0000-0000-0000-000000000000}"/>
          </ac:picMkLst>
        </pc:picChg>
      </pc:sldChg>
      <pc:sldChg chg="modSp mod modNotesTx">
        <pc:chgData name="Jaylan Matthews" userId="e809ba29b67ceec1" providerId="LiveId" clId="{9838BF6C-0416-4349-B6F5-6DDE7366DDC2}" dt="2025-11-23T04:08:12.742" v="567" actId="20577"/>
        <pc:sldMkLst>
          <pc:docMk/>
          <pc:sldMk cId="0" sldId="263"/>
        </pc:sldMkLst>
        <pc:spChg chg="mod">
          <ac:chgData name="Jaylan Matthews" userId="e809ba29b67ceec1" providerId="LiveId" clId="{9838BF6C-0416-4349-B6F5-6DDE7366DDC2}" dt="2025-11-23T03:25:02.628" v="487" actId="1076"/>
          <ac:spMkLst>
            <pc:docMk/>
            <pc:sldMk cId="0" sldId="263"/>
            <ac:spMk id="101" creationId="{00000000-0000-0000-0000-000000000000}"/>
          </ac:spMkLst>
        </pc:spChg>
        <pc:spChg chg="mod">
          <ac:chgData name="Jaylan Matthews" userId="e809ba29b67ceec1" providerId="LiveId" clId="{9838BF6C-0416-4349-B6F5-6DDE7366DDC2}" dt="2025-11-23T03:25:11.412" v="488" actId="1076"/>
          <ac:spMkLst>
            <pc:docMk/>
            <pc:sldMk cId="0" sldId="263"/>
            <ac:spMk id="102" creationId="{00000000-0000-0000-0000-000000000000}"/>
          </ac:spMkLst>
        </pc:spChg>
        <pc:picChg chg="mod modCrop">
          <ac:chgData name="Jaylan Matthews" userId="e809ba29b67ceec1" providerId="LiveId" clId="{9838BF6C-0416-4349-B6F5-6DDE7366DDC2}" dt="2025-11-23T03:24:18.947" v="483" actId="1076"/>
          <ac:picMkLst>
            <pc:docMk/>
            <pc:sldMk cId="0" sldId="263"/>
            <ac:picMk id="103" creationId="{00000000-0000-0000-0000-000000000000}"/>
          </ac:picMkLst>
        </pc:picChg>
        <pc:picChg chg="mod">
          <ac:chgData name="Jaylan Matthews" userId="e809ba29b67ceec1" providerId="LiveId" clId="{9838BF6C-0416-4349-B6F5-6DDE7366DDC2}" dt="2025-11-23T03:24:45.141" v="485" actId="1076"/>
          <ac:picMkLst>
            <pc:docMk/>
            <pc:sldMk cId="0" sldId="263"/>
            <ac:picMk id="104" creationId="{00000000-0000-0000-0000-000000000000}"/>
          </ac:picMkLst>
        </pc:picChg>
      </pc:sldChg>
      <pc:sldChg chg="modSp mod modNotesTx">
        <pc:chgData name="Jaylan Matthews" userId="e809ba29b67ceec1" providerId="LiveId" clId="{9838BF6C-0416-4349-B6F5-6DDE7366DDC2}" dt="2025-11-23T03:45:56.598" v="503" actId="20577"/>
        <pc:sldMkLst>
          <pc:docMk/>
          <pc:sldMk cId="0" sldId="264"/>
        </pc:sldMkLst>
        <pc:spChg chg="mod">
          <ac:chgData name="Jaylan Matthews" userId="e809ba29b67ceec1" providerId="LiveId" clId="{9838BF6C-0416-4349-B6F5-6DDE7366DDC2}" dt="2025-11-23T03:45:56.598" v="503" actId="20577"/>
          <ac:spMkLst>
            <pc:docMk/>
            <pc:sldMk cId="0" sldId="264"/>
            <ac:spMk id="110" creationId="{00000000-0000-0000-0000-000000000000}"/>
          </ac:spMkLst>
        </pc:spChg>
      </pc:sldChg>
      <pc:sldChg chg="modNotesTx">
        <pc:chgData name="Jaylan Matthews" userId="e809ba29b67ceec1" providerId="LiveId" clId="{9838BF6C-0416-4349-B6F5-6DDE7366DDC2}" dt="2025-11-23T03:59:18.499" v="550"/>
        <pc:sldMkLst>
          <pc:docMk/>
          <pc:sldMk cId="0" sldId="267"/>
        </pc:sldMkLst>
      </pc:sldChg>
      <pc:sldChg chg="delSp modSp mod ord modNotesTx">
        <pc:chgData name="Jaylan Matthews" userId="e809ba29b67ceec1" providerId="LiveId" clId="{9838BF6C-0416-4349-B6F5-6DDE7366DDC2}" dt="2025-11-23T04:01:46.011" v="565"/>
        <pc:sldMkLst>
          <pc:docMk/>
          <pc:sldMk cId="3503570990" sldId="274"/>
        </pc:sldMkLst>
        <pc:spChg chg="del">
          <ac:chgData name="Jaylan Matthews" userId="e809ba29b67ceec1" providerId="LiveId" clId="{9838BF6C-0416-4349-B6F5-6DDE7366DDC2}" dt="2025-11-23T01:50:46.497" v="266" actId="478"/>
          <ac:spMkLst>
            <pc:docMk/>
            <pc:sldMk cId="3503570990" sldId="274"/>
            <ac:spMk id="3" creationId="{98CE9831-DF5E-C060-6540-8BADB0A1F4BB}"/>
          </ac:spMkLst>
        </pc:spChg>
        <pc:graphicFrameChg chg="modGraphic">
          <ac:chgData name="Jaylan Matthews" userId="e809ba29b67ceec1" providerId="LiveId" clId="{9838BF6C-0416-4349-B6F5-6DDE7366DDC2}" dt="2025-11-22T23:35:53.636" v="169" actId="113"/>
          <ac:graphicFrameMkLst>
            <pc:docMk/>
            <pc:sldMk cId="3503570990" sldId="274"/>
            <ac:graphicFrameMk id="4" creationId="{E8F008B6-D371-8B0A-77DF-D93EAD0FA684}"/>
          </ac:graphicFrameMkLst>
        </pc:graphicFrameChg>
      </pc:sldChg>
      <pc:sldChg chg="addSp delSp modSp new del mod setBg">
        <pc:chgData name="Jaylan Matthews" userId="e809ba29b67ceec1" providerId="LiveId" clId="{9838BF6C-0416-4349-B6F5-6DDE7366DDC2}" dt="2025-11-23T01:51:48.990" v="267" actId="47"/>
        <pc:sldMkLst>
          <pc:docMk/>
          <pc:sldMk cId="2963884582" sldId="275"/>
        </pc:sldMkLst>
        <pc:spChg chg="del">
          <ac:chgData name="Jaylan Matthews" userId="e809ba29b67ceec1" providerId="LiveId" clId="{9838BF6C-0416-4349-B6F5-6DDE7366DDC2}" dt="2025-11-23T01:22:08.963" v="231" actId="478"/>
          <ac:spMkLst>
            <pc:docMk/>
            <pc:sldMk cId="2963884582" sldId="275"/>
            <ac:spMk id="2" creationId="{FC02AE28-B444-DBE3-0BF3-541564CBD2EA}"/>
          </ac:spMkLst>
        </pc:spChg>
        <pc:spChg chg="del">
          <ac:chgData name="Jaylan Matthews" userId="e809ba29b67ceec1" providerId="LiveId" clId="{9838BF6C-0416-4349-B6F5-6DDE7366DDC2}" dt="2025-11-23T01:22:11.040" v="232" actId="478"/>
          <ac:spMkLst>
            <pc:docMk/>
            <pc:sldMk cId="2963884582" sldId="275"/>
            <ac:spMk id="3" creationId="{3321D4E4-FC3E-B3CD-A51C-BFD346E3EBEB}"/>
          </ac:spMkLst>
        </pc:spChg>
        <pc:spChg chg="add del mod">
          <ac:chgData name="Jaylan Matthews" userId="e809ba29b67ceec1" providerId="LiveId" clId="{9838BF6C-0416-4349-B6F5-6DDE7366DDC2}" dt="2025-11-23T01:23:31.831" v="235"/>
          <ac:spMkLst>
            <pc:docMk/>
            <pc:sldMk cId="2963884582" sldId="275"/>
            <ac:spMk id="4" creationId="{3914CEAF-1D22-2DE0-820D-7CBB42BACB5C}"/>
          </ac:spMkLst>
        </pc:spChg>
        <pc:spChg chg="add mod">
          <ac:chgData name="Jaylan Matthews" userId="e809ba29b67ceec1" providerId="LiveId" clId="{9838BF6C-0416-4349-B6F5-6DDE7366DDC2}" dt="2025-11-23T01:25:40.923" v="265" actId="20577"/>
          <ac:spMkLst>
            <pc:docMk/>
            <pc:sldMk cId="2963884582" sldId="275"/>
            <ac:spMk id="5" creationId="{25094DA7-7EAD-2128-0089-1B46911DA2EB}"/>
          </ac:spMkLst>
        </pc:spChg>
        <pc:spChg chg="add">
          <ac:chgData name="Jaylan Matthews" userId="e809ba29b67ceec1" providerId="LiveId" clId="{9838BF6C-0416-4349-B6F5-6DDE7366DDC2}" dt="2025-11-23T01:24:27.758" v="252" actId="26606"/>
          <ac:spMkLst>
            <pc:docMk/>
            <pc:sldMk cId="2963884582" sldId="275"/>
            <ac:spMk id="12" creationId="{3D1E5586-8BB5-40F6-96C3-2E87DD7CE5CD}"/>
          </ac:spMkLst>
        </pc:spChg>
        <pc:picChg chg="add">
          <ac:chgData name="Jaylan Matthews" userId="e809ba29b67ceec1" providerId="LiveId" clId="{9838BF6C-0416-4349-B6F5-6DDE7366DDC2}" dt="2025-11-23T01:24:27.758" v="252" actId="26606"/>
          <ac:picMkLst>
            <pc:docMk/>
            <pc:sldMk cId="2963884582" sldId="275"/>
            <ac:picMk id="10" creationId="{18BD78ED-75E1-4879-B369-BC61F7C45E22}"/>
          </ac:picMkLst>
        </pc:picChg>
        <pc:cxnChg chg="add">
          <ac:chgData name="Jaylan Matthews" userId="e809ba29b67ceec1" providerId="LiveId" clId="{9838BF6C-0416-4349-B6F5-6DDE7366DDC2}" dt="2025-11-23T01:24:27.758" v="252" actId="26606"/>
          <ac:cxnSpMkLst>
            <pc:docMk/>
            <pc:sldMk cId="2963884582" sldId="275"/>
            <ac:cxnSpMk id="14" creationId="{8A832D40-B9E2-4CE7-9E0A-B35591EA2035}"/>
          </ac:cxnSpMkLst>
        </pc:cxnChg>
      </pc:sldChg>
      <pc:sldChg chg="addSp delSp modSp new mod setBg">
        <pc:chgData name="Jaylan Matthews" userId="e809ba29b67ceec1" providerId="LiveId" clId="{9838BF6C-0416-4349-B6F5-6DDE7366DDC2}" dt="2025-11-23T03:04:35.816" v="451" actId="255"/>
        <pc:sldMkLst>
          <pc:docMk/>
          <pc:sldMk cId="2401028401" sldId="276"/>
        </pc:sldMkLst>
        <pc:spChg chg="mod">
          <ac:chgData name="Jaylan Matthews" userId="e809ba29b67ceec1" providerId="LiveId" clId="{9838BF6C-0416-4349-B6F5-6DDE7366DDC2}" dt="2025-11-23T03:04:35.816" v="451" actId="255"/>
          <ac:spMkLst>
            <pc:docMk/>
            <pc:sldMk cId="2401028401" sldId="276"/>
            <ac:spMk id="2" creationId="{DF5FD809-03E0-E115-1349-3FA761308547}"/>
          </ac:spMkLst>
        </pc:spChg>
        <pc:spChg chg="del">
          <ac:chgData name="Jaylan Matthews" userId="e809ba29b67ceec1" providerId="LiveId" clId="{9838BF6C-0416-4349-B6F5-6DDE7366DDC2}" dt="2025-11-23T01:25:22.278" v="263" actId="478"/>
          <ac:spMkLst>
            <pc:docMk/>
            <pc:sldMk cId="2401028401" sldId="276"/>
            <ac:spMk id="3" creationId="{4AA00AE7-02D1-6B98-DAF8-A46099C07F9B}"/>
          </ac:spMkLst>
        </pc:spChg>
        <pc:spChg chg="add">
          <ac:chgData name="Jaylan Matthews" userId="e809ba29b67ceec1" providerId="LiveId" clId="{9838BF6C-0416-4349-B6F5-6DDE7366DDC2}" dt="2025-11-23T01:25:31.943" v="264" actId="26606"/>
          <ac:spMkLst>
            <pc:docMk/>
            <pc:sldMk cId="2401028401" sldId="276"/>
            <ac:spMk id="9" creationId="{DF43132E-D4DF-4A83-9344-A782D0F5D9F6}"/>
          </ac:spMkLst>
        </pc:spChg>
        <pc:picChg chg="add">
          <ac:chgData name="Jaylan Matthews" userId="e809ba29b67ceec1" providerId="LiveId" clId="{9838BF6C-0416-4349-B6F5-6DDE7366DDC2}" dt="2025-11-23T01:25:31.943" v="264" actId="26606"/>
          <ac:picMkLst>
            <pc:docMk/>
            <pc:sldMk cId="2401028401" sldId="276"/>
            <ac:picMk id="7" creationId="{18BD78ED-75E1-4879-B369-BC61F7C45E22}"/>
          </ac:picMkLst>
        </pc:picChg>
        <pc:cxnChg chg="add">
          <ac:chgData name="Jaylan Matthews" userId="e809ba29b67ceec1" providerId="LiveId" clId="{9838BF6C-0416-4349-B6F5-6DDE7366DDC2}" dt="2025-11-23T01:25:31.943" v="264" actId="26606"/>
          <ac:cxnSpMkLst>
            <pc:docMk/>
            <pc:sldMk cId="2401028401" sldId="276"/>
            <ac:cxnSpMk id="11" creationId="{6AA24BC1-1577-4586-AD7A-417660E37253}"/>
          </ac:cxnSpMkLst>
        </pc:cxnChg>
      </pc:sldChg>
      <pc:sldChg chg="addSp delSp modSp new mod setBg">
        <pc:chgData name="Jaylan Matthews" userId="e809ba29b67ceec1" providerId="LiveId" clId="{9838BF6C-0416-4349-B6F5-6DDE7366DDC2}" dt="2025-11-23T01:57:03.121" v="282" actId="26606"/>
        <pc:sldMkLst>
          <pc:docMk/>
          <pc:sldMk cId="3055048961" sldId="277"/>
        </pc:sldMkLst>
        <pc:spChg chg="mod">
          <ac:chgData name="Jaylan Matthews" userId="e809ba29b67ceec1" providerId="LiveId" clId="{9838BF6C-0416-4349-B6F5-6DDE7366DDC2}" dt="2025-11-23T01:57:03.121" v="282" actId="26606"/>
          <ac:spMkLst>
            <pc:docMk/>
            <pc:sldMk cId="3055048961" sldId="277"/>
            <ac:spMk id="2" creationId="{B313CB87-1CC4-694A-0FA2-410F1C5FE12D}"/>
          </ac:spMkLst>
        </pc:spChg>
        <pc:spChg chg="del">
          <ac:chgData name="Jaylan Matthews" userId="e809ba29b67ceec1" providerId="LiveId" clId="{9838BF6C-0416-4349-B6F5-6DDE7366DDC2}" dt="2025-11-23T01:53:11.019" v="281" actId="478"/>
          <ac:spMkLst>
            <pc:docMk/>
            <pc:sldMk cId="3055048961" sldId="277"/>
            <ac:spMk id="3" creationId="{81B85096-D221-59C5-5F6D-44C45B040DD8}"/>
          </ac:spMkLst>
        </pc:spChg>
        <pc:spChg chg="add">
          <ac:chgData name="Jaylan Matthews" userId="e809ba29b67ceec1" providerId="LiveId" clId="{9838BF6C-0416-4349-B6F5-6DDE7366DDC2}" dt="2025-11-23T01:57:03.121" v="282" actId="26606"/>
          <ac:spMkLst>
            <pc:docMk/>
            <pc:sldMk cId="3055048961" sldId="277"/>
            <ac:spMk id="9" creationId="{DF43132E-D4DF-4A83-9344-A782D0F5D9F6}"/>
          </ac:spMkLst>
        </pc:spChg>
        <pc:picChg chg="add">
          <ac:chgData name="Jaylan Matthews" userId="e809ba29b67ceec1" providerId="LiveId" clId="{9838BF6C-0416-4349-B6F5-6DDE7366DDC2}" dt="2025-11-23T01:57:03.121" v="282" actId="26606"/>
          <ac:picMkLst>
            <pc:docMk/>
            <pc:sldMk cId="3055048961" sldId="277"/>
            <ac:picMk id="7" creationId="{18BD78ED-75E1-4879-B369-BC61F7C45E22}"/>
          </ac:picMkLst>
        </pc:picChg>
        <pc:cxnChg chg="add">
          <ac:chgData name="Jaylan Matthews" userId="e809ba29b67ceec1" providerId="LiveId" clId="{9838BF6C-0416-4349-B6F5-6DDE7366DDC2}" dt="2025-11-23T01:57:03.121" v="282" actId="26606"/>
          <ac:cxnSpMkLst>
            <pc:docMk/>
            <pc:sldMk cId="3055048961" sldId="277"/>
            <ac:cxnSpMk id="11" creationId="{6AA24BC1-1577-4586-AD7A-417660E37253}"/>
          </ac:cxnSpMkLst>
        </pc:cxnChg>
      </pc:sldChg>
      <pc:sldChg chg="addSp modSp new mod setBg modNotesTx">
        <pc:chgData name="Jaylan Matthews" userId="e809ba29b67ceec1" providerId="LiveId" clId="{9838BF6C-0416-4349-B6F5-6DDE7366DDC2}" dt="2025-11-23T04:04:43.382" v="566" actId="5793"/>
        <pc:sldMkLst>
          <pc:docMk/>
          <pc:sldMk cId="1874401123" sldId="278"/>
        </pc:sldMkLst>
        <pc:spChg chg="mod">
          <ac:chgData name="Jaylan Matthews" userId="e809ba29b67ceec1" providerId="LiveId" clId="{9838BF6C-0416-4349-B6F5-6DDE7366DDC2}" dt="2025-11-23T02:23:16.063" v="310" actId="26606"/>
          <ac:spMkLst>
            <pc:docMk/>
            <pc:sldMk cId="1874401123" sldId="278"/>
            <ac:spMk id="2" creationId="{40C5AA05-B233-60BF-67D6-2CA6EFDA7972}"/>
          </ac:spMkLst>
        </pc:spChg>
        <pc:spChg chg="mod">
          <ac:chgData name="Jaylan Matthews" userId="e809ba29b67ceec1" providerId="LiveId" clId="{9838BF6C-0416-4349-B6F5-6DDE7366DDC2}" dt="2025-11-23T02:30:53.398" v="333" actId="20577"/>
          <ac:spMkLst>
            <pc:docMk/>
            <pc:sldMk cId="1874401123" sldId="278"/>
            <ac:spMk id="3" creationId="{28F6C136-DC66-3CB9-0BAE-1D0599B5B610}"/>
          </ac:spMkLst>
        </pc:spChg>
        <pc:picChg chg="add mod ord">
          <ac:chgData name="Jaylan Matthews" userId="e809ba29b67ceec1" providerId="LiveId" clId="{9838BF6C-0416-4349-B6F5-6DDE7366DDC2}" dt="2025-11-23T02:23:16.063" v="310" actId="26606"/>
          <ac:picMkLst>
            <pc:docMk/>
            <pc:sldMk cId="1874401123" sldId="278"/>
            <ac:picMk id="5" creationId="{6C1014A4-5CF2-7314-B3DE-66587A31479A}"/>
          </ac:picMkLst>
        </pc:picChg>
      </pc:sldChg>
      <pc:sldChg chg="modSp new mod modNotesTx">
        <pc:chgData name="Jaylan Matthews" userId="e809ba29b67ceec1" providerId="LiveId" clId="{9838BF6C-0416-4349-B6F5-6DDE7366DDC2}" dt="2025-11-23T02:34:17.941" v="351"/>
        <pc:sldMkLst>
          <pc:docMk/>
          <pc:sldMk cId="264907665" sldId="279"/>
        </pc:sldMkLst>
        <pc:spChg chg="mod">
          <ac:chgData name="Jaylan Matthews" userId="e809ba29b67ceec1" providerId="LiveId" clId="{9838BF6C-0416-4349-B6F5-6DDE7366DDC2}" dt="2025-11-23T02:31:08.964" v="335"/>
          <ac:spMkLst>
            <pc:docMk/>
            <pc:sldMk cId="264907665" sldId="279"/>
            <ac:spMk id="2" creationId="{01837727-7785-B711-70B2-C71D17CE45B6}"/>
          </ac:spMkLst>
        </pc:spChg>
        <pc:spChg chg="mod">
          <ac:chgData name="Jaylan Matthews" userId="e809ba29b67ceec1" providerId="LiveId" clId="{9838BF6C-0416-4349-B6F5-6DDE7366DDC2}" dt="2025-11-23T02:33:39.343" v="350" actId="1076"/>
          <ac:spMkLst>
            <pc:docMk/>
            <pc:sldMk cId="264907665" sldId="279"/>
            <ac:spMk id="3" creationId="{333448F0-2B56-20CC-6886-B83960BECC05}"/>
          </ac:spMkLst>
        </pc:spChg>
      </pc:sldChg>
      <pc:sldChg chg="addSp delSp modSp new mod setBg addAnim">
        <pc:chgData name="Jaylan Matthews" userId="e809ba29b67ceec1" providerId="LiveId" clId="{9838BF6C-0416-4349-B6F5-6DDE7366DDC2}" dt="2025-11-23T04:00:37.935" v="554"/>
        <pc:sldMkLst>
          <pc:docMk/>
          <pc:sldMk cId="870710227" sldId="280"/>
        </pc:sldMkLst>
        <pc:spChg chg="mod">
          <ac:chgData name="Jaylan Matthews" userId="e809ba29b67ceec1" providerId="LiveId" clId="{9838BF6C-0416-4349-B6F5-6DDE7366DDC2}" dt="2025-11-23T04:00:37.935" v="553" actId="26606"/>
          <ac:spMkLst>
            <pc:docMk/>
            <pc:sldMk cId="870710227" sldId="280"/>
            <ac:spMk id="2" creationId="{D1FEBBE6-E919-7EE4-F0D8-F1056B2AAB13}"/>
          </ac:spMkLst>
        </pc:spChg>
        <pc:spChg chg="del mod">
          <ac:chgData name="Jaylan Matthews" userId="e809ba29b67ceec1" providerId="LiveId" clId="{9838BF6C-0416-4349-B6F5-6DDE7366DDC2}" dt="2025-11-23T04:00:32.731" v="552" actId="478"/>
          <ac:spMkLst>
            <pc:docMk/>
            <pc:sldMk cId="870710227" sldId="280"/>
            <ac:spMk id="3" creationId="{6F901817-5F11-C080-E714-4FF494141ACD}"/>
          </ac:spMkLst>
        </pc:spChg>
        <pc:spChg chg="add">
          <ac:chgData name="Jaylan Matthews" userId="e809ba29b67ceec1" providerId="LiveId" clId="{9838BF6C-0416-4349-B6F5-6DDE7366DDC2}" dt="2025-11-23T04:00:37.935" v="553" actId="26606"/>
          <ac:spMkLst>
            <pc:docMk/>
            <pc:sldMk cId="870710227" sldId="280"/>
            <ac:spMk id="9" creationId="{3D1E5586-8BB5-40F6-96C3-2E87DD7CE5CD}"/>
          </ac:spMkLst>
        </pc:spChg>
        <pc:picChg chg="add">
          <ac:chgData name="Jaylan Matthews" userId="e809ba29b67ceec1" providerId="LiveId" clId="{9838BF6C-0416-4349-B6F5-6DDE7366DDC2}" dt="2025-11-23T04:00:37.935" v="553" actId="26606"/>
          <ac:picMkLst>
            <pc:docMk/>
            <pc:sldMk cId="870710227" sldId="280"/>
            <ac:picMk id="7" creationId="{18BD78ED-75E1-4879-B369-BC61F7C45E22}"/>
          </ac:picMkLst>
        </pc:picChg>
        <pc:cxnChg chg="add">
          <ac:chgData name="Jaylan Matthews" userId="e809ba29b67ceec1" providerId="LiveId" clId="{9838BF6C-0416-4349-B6F5-6DDE7366DDC2}" dt="2025-11-23T04:00:37.935" v="553" actId="26606"/>
          <ac:cxnSpMkLst>
            <pc:docMk/>
            <pc:sldMk cId="870710227" sldId="280"/>
            <ac:cxnSpMk id="11" creationId="{8A832D40-B9E2-4CE7-9E0A-B35591EA2035}"/>
          </ac:cxnSpMkLst>
        </pc:cxnChg>
      </pc:sldChg>
      <pc:sldChg chg="addSp modSp new mod setBg modNotesTx">
        <pc:chgData name="Jaylan Matthews" userId="e809ba29b67ceec1" providerId="LiveId" clId="{9838BF6C-0416-4349-B6F5-6DDE7366DDC2}" dt="2025-11-23T04:00:45.073" v="555" actId="26606"/>
        <pc:sldMkLst>
          <pc:docMk/>
          <pc:sldMk cId="245582928" sldId="281"/>
        </pc:sldMkLst>
        <pc:spChg chg="mod">
          <ac:chgData name="Jaylan Matthews" userId="e809ba29b67ceec1" providerId="LiveId" clId="{9838BF6C-0416-4349-B6F5-6DDE7366DDC2}" dt="2025-11-23T04:00:45.073" v="555" actId="26606"/>
          <ac:spMkLst>
            <pc:docMk/>
            <pc:sldMk cId="245582928" sldId="281"/>
            <ac:spMk id="2" creationId="{7FB25CC5-7765-FD9C-81FC-D9AF3A53BA5A}"/>
          </ac:spMkLst>
        </pc:spChg>
        <pc:spChg chg="mod">
          <ac:chgData name="Jaylan Matthews" userId="e809ba29b67ceec1" providerId="LiveId" clId="{9838BF6C-0416-4349-B6F5-6DDE7366DDC2}" dt="2025-11-23T04:00:45.073" v="555" actId="26606"/>
          <ac:spMkLst>
            <pc:docMk/>
            <pc:sldMk cId="245582928" sldId="281"/>
            <ac:spMk id="3" creationId="{6F229FD1-5FCD-F6B5-0F0E-E8B2DCDFBBAB}"/>
          </ac:spMkLst>
        </pc:spChg>
        <pc:spChg chg="add">
          <ac:chgData name="Jaylan Matthews" userId="e809ba29b67ceec1" providerId="LiveId" clId="{9838BF6C-0416-4349-B6F5-6DDE7366DDC2}" dt="2025-11-23T04:00:45.073" v="555" actId="26606"/>
          <ac:spMkLst>
            <pc:docMk/>
            <pc:sldMk cId="245582928" sldId="281"/>
            <ac:spMk id="10" creationId="{50E53EDA-3B94-4F6B-9E86-D3BB9EBB9616}"/>
          </ac:spMkLst>
        </pc:spChg>
        <pc:picChg chg="add">
          <ac:chgData name="Jaylan Matthews" userId="e809ba29b67ceec1" providerId="LiveId" clId="{9838BF6C-0416-4349-B6F5-6DDE7366DDC2}" dt="2025-11-23T04:00:45.073" v="555" actId="26606"/>
          <ac:picMkLst>
            <pc:docMk/>
            <pc:sldMk cId="245582928" sldId="281"/>
            <ac:picMk id="8" creationId="{A17F7527-5AC0-479A-B79F-9CF463410490}"/>
          </ac:picMkLst>
        </pc:picChg>
        <pc:cxnChg chg="add">
          <ac:chgData name="Jaylan Matthews" userId="e809ba29b67ceec1" providerId="LiveId" clId="{9838BF6C-0416-4349-B6F5-6DDE7366DDC2}" dt="2025-11-23T04:00:45.073" v="555" actId="26606"/>
          <ac:cxnSpMkLst>
            <pc:docMk/>
            <pc:sldMk cId="245582928" sldId="281"/>
            <ac:cxnSpMk id="12" creationId="{30EFD79F-7790-479B-B7DB-BD0D8C101DDD}"/>
          </ac:cxnSpMkLst>
        </pc:cxnChg>
      </pc:sldChg>
      <pc:sldChg chg="addSp modSp new mod setBg modNotesTx">
        <pc:chgData name="Jaylan Matthews" userId="e809ba29b67ceec1" providerId="LiveId" clId="{9838BF6C-0416-4349-B6F5-6DDE7366DDC2}" dt="2025-11-23T04:00:55.157" v="556" actId="26606"/>
        <pc:sldMkLst>
          <pc:docMk/>
          <pc:sldMk cId="2591840188" sldId="282"/>
        </pc:sldMkLst>
        <pc:spChg chg="mod">
          <ac:chgData name="Jaylan Matthews" userId="e809ba29b67ceec1" providerId="LiveId" clId="{9838BF6C-0416-4349-B6F5-6DDE7366DDC2}" dt="2025-11-23T04:00:55.157" v="556" actId="26606"/>
          <ac:spMkLst>
            <pc:docMk/>
            <pc:sldMk cId="2591840188" sldId="282"/>
            <ac:spMk id="2" creationId="{9392B24B-41B1-3667-4749-949DA5C5AA50}"/>
          </ac:spMkLst>
        </pc:spChg>
        <pc:spChg chg="mod">
          <ac:chgData name="Jaylan Matthews" userId="e809ba29b67ceec1" providerId="LiveId" clId="{9838BF6C-0416-4349-B6F5-6DDE7366DDC2}" dt="2025-11-23T04:00:55.157" v="556" actId="26606"/>
          <ac:spMkLst>
            <pc:docMk/>
            <pc:sldMk cId="2591840188" sldId="282"/>
            <ac:spMk id="3" creationId="{320C8802-C8CA-5039-D856-B1C4CF2477F6}"/>
          </ac:spMkLst>
        </pc:spChg>
        <pc:spChg chg="add">
          <ac:chgData name="Jaylan Matthews" userId="e809ba29b67ceec1" providerId="LiveId" clId="{9838BF6C-0416-4349-B6F5-6DDE7366DDC2}" dt="2025-11-23T04:00:55.157" v="556" actId="26606"/>
          <ac:spMkLst>
            <pc:docMk/>
            <pc:sldMk cId="2591840188" sldId="282"/>
            <ac:spMk id="10" creationId="{50E53EDA-3B94-4F6B-9E86-D3BB9EBB9616}"/>
          </ac:spMkLst>
        </pc:spChg>
        <pc:picChg chg="add">
          <ac:chgData name="Jaylan Matthews" userId="e809ba29b67ceec1" providerId="LiveId" clId="{9838BF6C-0416-4349-B6F5-6DDE7366DDC2}" dt="2025-11-23T04:00:55.157" v="556" actId="26606"/>
          <ac:picMkLst>
            <pc:docMk/>
            <pc:sldMk cId="2591840188" sldId="282"/>
            <ac:picMk id="8" creationId="{A17F7527-5AC0-479A-B79F-9CF463410490}"/>
          </ac:picMkLst>
        </pc:picChg>
        <pc:cxnChg chg="add">
          <ac:chgData name="Jaylan Matthews" userId="e809ba29b67ceec1" providerId="LiveId" clId="{9838BF6C-0416-4349-B6F5-6DDE7366DDC2}" dt="2025-11-23T04:00:55.157" v="556" actId="26606"/>
          <ac:cxnSpMkLst>
            <pc:docMk/>
            <pc:sldMk cId="2591840188" sldId="282"/>
            <ac:cxnSpMk id="12" creationId="{30EFD79F-7790-479B-B7DB-BD0D8C101DDD}"/>
          </ac:cxnSpMkLst>
        </pc:cxnChg>
      </pc:sldChg>
      <pc:sldChg chg="addSp modSp new mod ord setBg modNotesTx">
        <pc:chgData name="Jaylan Matthews" userId="e809ba29b67ceec1" providerId="LiveId" clId="{9838BF6C-0416-4349-B6F5-6DDE7366DDC2}" dt="2025-11-23T04:01:31.876" v="561"/>
        <pc:sldMkLst>
          <pc:docMk/>
          <pc:sldMk cId="2209325537" sldId="283"/>
        </pc:sldMkLst>
        <pc:spChg chg="mod">
          <ac:chgData name="Jaylan Matthews" userId="e809ba29b67ceec1" providerId="LiveId" clId="{9838BF6C-0416-4349-B6F5-6DDE7366DDC2}" dt="2025-11-23T04:01:01.185" v="557" actId="26606"/>
          <ac:spMkLst>
            <pc:docMk/>
            <pc:sldMk cId="2209325537" sldId="283"/>
            <ac:spMk id="2" creationId="{748D3726-2ED4-4DA8-F1A6-47D9E0E5FF7E}"/>
          </ac:spMkLst>
        </pc:spChg>
        <pc:spChg chg="mod">
          <ac:chgData name="Jaylan Matthews" userId="e809ba29b67ceec1" providerId="LiveId" clId="{9838BF6C-0416-4349-B6F5-6DDE7366DDC2}" dt="2025-11-23T04:01:01.185" v="557" actId="26606"/>
          <ac:spMkLst>
            <pc:docMk/>
            <pc:sldMk cId="2209325537" sldId="283"/>
            <ac:spMk id="3" creationId="{A7C116C9-1CBF-0E19-23B8-F5B4DED8B678}"/>
          </ac:spMkLst>
        </pc:spChg>
        <pc:spChg chg="add">
          <ac:chgData name="Jaylan Matthews" userId="e809ba29b67ceec1" providerId="LiveId" clId="{9838BF6C-0416-4349-B6F5-6DDE7366DDC2}" dt="2025-11-23T04:01:01.185" v="557" actId="26606"/>
          <ac:spMkLst>
            <pc:docMk/>
            <pc:sldMk cId="2209325537" sldId="283"/>
            <ac:spMk id="10" creationId="{50E53EDA-3B94-4F6B-9E86-D3BB9EBB9616}"/>
          </ac:spMkLst>
        </pc:spChg>
        <pc:picChg chg="add">
          <ac:chgData name="Jaylan Matthews" userId="e809ba29b67ceec1" providerId="LiveId" clId="{9838BF6C-0416-4349-B6F5-6DDE7366DDC2}" dt="2025-11-23T04:01:01.185" v="557" actId="26606"/>
          <ac:picMkLst>
            <pc:docMk/>
            <pc:sldMk cId="2209325537" sldId="283"/>
            <ac:picMk id="8" creationId="{A17F7527-5AC0-479A-B79F-9CF463410490}"/>
          </ac:picMkLst>
        </pc:picChg>
        <pc:cxnChg chg="add">
          <ac:chgData name="Jaylan Matthews" userId="e809ba29b67ceec1" providerId="LiveId" clId="{9838BF6C-0416-4349-B6F5-6DDE7366DDC2}" dt="2025-11-23T04:01:01.185" v="557" actId="26606"/>
          <ac:cxnSpMkLst>
            <pc:docMk/>
            <pc:sldMk cId="2209325537" sldId="283"/>
            <ac:cxnSpMk id="12" creationId="{30EFD79F-7790-479B-B7DB-BD0D8C101DDD}"/>
          </ac:cxnSpMkLst>
        </pc:cxnChg>
      </pc:sldChg>
      <pc:sldChg chg="addSp modSp new mod setBg modNotesTx">
        <pc:chgData name="Jaylan Matthews" userId="e809ba29b67ceec1" providerId="LiveId" clId="{9838BF6C-0416-4349-B6F5-6DDE7366DDC2}" dt="2025-11-23T04:01:10.460" v="558" actId="26606"/>
        <pc:sldMkLst>
          <pc:docMk/>
          <pc:sldMk cId="3931870589" sldId="284"/>
        </pc:sldMkLst>
        <pc:spChg chg="mod">
          <ac:chgData name="Jaylan Matthews" userId="e809ba29b67ceec1" providerId="LiveId" clId="{9838BF6C-0416-4349-B6F5-6DDE7366DDC2}" dt="2025-11-23T04:01:10.460" v="558" actId="26606"/>
          <ac:spMkLst>
            <pc:docMk/>
            <pc:sldMk cId="3931870589" sldId="284"/>
            <ac:spMk id="2" creationId="{C811C5A9-17D2-E1FC-16D1-5DD2F1DD2C0E}"/>
          </ac:spMkLst>
        </pc:spChg>
        <pc:spChg chg="mod">
          <ac:chgData name="Jaylan Matthews" userId="e809ba29b67ceec1" providerId="LiveId" clId="{9838BF6C-0416-4349-B6F5-6DDE7366DDC2}" dt="2025-11-23T04:01:10.460" v="558" actId="26606"/>
          <ac:spMkLst>
            <pc:docMk/>
            <pc:sldMk cId="3931870589" sldId="284"/>
            <ac:spMk id="3" creationId="{1121B6D5-D1B5-F22E-C432-82DBA695395D}"/>
          </ac:spMkLst>
        </pc:spChg>
        <pc:spChg chg="add">
          <ac:chgData name="Jaylan Matthews" userId="e809ba29b67ceec1" providerId="LiveId" clId="{9838BF6C-0416-4349-B6F5-6DDE7366DDC2}" dt="2025-11-23T04:01:10.460" v="558" actId="26606"/>
          <ac:spMkLst>
            <pc:docMk/>
            <pc:sldMk cId="3931870589" sldId="284"/>
            <ac:spMk id="10" creationId="{50E53EDA-3B94-4F6B-9E86-D3BB9EBB9616}"/>
          </ac:spMkLst>
        </pc:spChg>
        <pc:picChg chg="add">
          <ac:chgData name="Jaylan Matthews" userId="e809ba29b67ceec1" providerId="LiveId" clId="{9838BF6C-0416-4349-B6F5-6DDE7366DDC2}" dt="2025-11-23T04:01:10.460" v="558" actId="26606"/>
          <ac:picMkLst>
            <pc:docMk/>
            <pc:sldMk cId="3931870589" sldId="284"/>
            <ac:picMk id="8" creationId="{A17F7527-5AC0-479A-B79F-9CF463410490}"/>
          </ac:picMkLst>
        </pc:picChg>
        <pc:cxnChg chg="add">
          <ac:chgData name="Jaylan Matthews" userId="e809ba29b67ceec1" providerId="LiveId" clId="{9838BF6C-0416-4349-B6F5-6DDE7366DDC2}" dt="2025-11-23T04:01:10.460" v="558" actId="26606"/>
          <ac:cxnSpMkLst>
            <pc:docMk/>
            <pc:sldMk cId="3931870589" sldId="284"/>
            <ac:cxnSpMk id="12" creationId="{30EFD79F-7790-479B-B7DB-BD0D8C101DDD}"/>
          </ac:cxnSpMkLst>
        </pc:cxnChg>
      </pc:sldChg>
      <pc:sldChg chg="addSp modSp new mod setBg modNotesTx">
        <pc:chgData name="Jaylan Matthews" userId="e809ba29b67ceec1" providerId="LiveId" clId="{9838BF6C-0416-4349-B6F5-6DDE7366DDC2}" dt="2025-11-23T04:01:14.884" v="559" actId="26606"/>
        <pc:sldMkLst>
          <pc:docMk/>
          <pc:sldMk cId="1553285151" sldId="285"/>
        </pc:sldMkLst>
        <pc:spChg chg="mod">
          <ac:chgData name="Jaylan Matthews" userId="e809ba29b67ceec1" providerId="LiveId" clId="{9838BF6C-0416-4349-B6F5-6DDE7366DDC2}" dt="2025-11-23T04:01:14.884" v="559" actId="26606"/>
          <ac:spMkLst>
            <pc:docMk/>
            <pc:sldMk cId="1553285151" sldId="285"/>
            <ac:spMk id="2" creationId="{5AA3C942-9843-480E-1A42-AC4E607567D3}"/>
          </ac:spMkLst>
        </pc:spChg>
        <pc:spChg chg="mod">
          <ac:chgData name="Jaylan Matthews" userId="e809ba29b67ceec1" providerId="LiveId" clId="{9838BF6C-0416-4349-B6F5-6DDE7366DDC2}" dt="2025-11-23T04:01:14.884" v="559" actId="26606"/>
          <ac:spMkLst>
            <pc:docMk/>
            <pc:sldMk cId="1553285151" sldId="285"/>
            <ac:spMk id="3" creationId="{12FEC1DB-9688-43A0-4E06-8F8F8ECF8FCF}"/>
          </ac:spMkLst>
        </pc:spChg>
        <pc:spChg chg="add">
          <ac:chgData name="Jaylan Matthews" userId="e809ba29b67ceec1" providerId="LiveId" clId="{9838BF6C-0416-4349-B6F5-6DDE7366DDC2}" dt="2025-11-23T04:01:14.884" v="559" actId="26606"/>
          <ac:spMkLst>
            <pc:docMk/>
            <pc:sldMk cId="1553285151" sldId="285"/>
            <ac:spMk id="10" creationId="{50E53EDA-3B94-4F6B-9E86-D3BB9EBB9616}"/>
          </ac:spMkLst>
        </pc:spChg>
        <pc:picChg chg="add">
          <ac:chgData name="Jaylan Matthews" userId="e809ba29b67ceec1" providerId="LiveId" clId="{9838BF6C-0416-4349-B6F5-6DDE7366DDC2}" dt="2025-11-23T04:01:14.884" v="559" actId="26606"/>
          <ac:picMkLst>
            <pc:docMk/>
            <pc:sldMk cId="1553285151" sldId="285"/>
            <ac:picMk id="8" creationId="{A17F7527-5AC0-479A-B79F-9CF463410490}"/>
          </ac:picMkLst>
        </pc:picChg>
        <pc:cxnChg chg="add">
          <ac:chgData name="Jaylan Matthews" userId="e809ba29b67ceec1" providerId="LiveId" clId="{9838BF6C-0416-4349-B6F5-6DDE7366DDC2}" dt="2025-11-23T04:01:14.884" v="559" actId="26606"/>
          <ac:cxnSpMkLst>
            <pc:docMk/>
            <pc:sldMk cId="1553285151" sldId="285"/>
            <ac:cxnSpMk id="12" creationId="{30EFD79F-7790-479B-B7DB-BD0D8C101DDD}"/>
          </ac:cxnSpMkLst>
        </pc:cxnChg>
      </pc:sldChg>
    </pc:docChg>
  </pc:docChgLst>
</pc:chgInfo>
</file>

<file path=ppt/diagrams/_rels/data5.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5.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E6024DC-9A7E-4F61-B78E-585298DCC307}" type="doc">
      <dgm:prSet loTypeId="urn:microsoft.com/office/officeart/2016/7/layout/VerticalHollowActionList" loCatId="List" qsTypeId="urn:microsoft.com/office/officeart/2005/8/quickstyle/simple1" qsCatId="simple" csTypeId="urn:microsoft.com/office/officeart/2005/8/colors/accent1_2" csCatId="accent1"/>
      <dgm:spPr/>
      <dgm:t>
        <a:bodyPr/>
        <a:lstStyle/>
        <a:p>
          <a:endParaRPr lang="en-US"/>
        </a:p>
      </dgm:t>
    </dgm:pt>
    <dgm:pt modelId="{62BA1428-64C0-4151-B462-D100CA973186}">
      <dgm:prSet/>
      <dgm:spPr/>
      <dgm:t>
        <a:bodyPr/>
        <a:lstStyle/>
        <a:p>
          <a:r>
            <a:rPr lang="en-US"/>
            <a:t>Analyze</a:t>
          </a:r>
        </a:p>
      </dgm:t>
    </dgm:pt>
    <dgm:pt modelId="{8144832E-F6DD-42D0-BA40-6D871AC29622}" type="parTrans" cxnId="{19303251-1A98-49B3-8680-B42B8787D2DA}">
      <dgm:prSet/>
      <dgm:spPr/>
      <dgm:t>
        <a:bodyPr/>
        <a:lstStyle/>
        <a:p>
          <a:endParaRPr lang="en-US"/>
        </a:p>
      </dgm:t>
    </dgm:pt>
    <dgm:pt modelId="{715A877C-4EFD-4D2A-93FD-D274FB2ED1E3}" type="sibTrans" cxnId="{19303251-1A98-49B3-8680-B42B8787D2DA}">
      <dgm:prSet/>
      <dgm:spPr/>
      <dgm:t>
        <a:bodyPr/>
        <a:lstStyle/>
        <a:p>
          <a:endParaRPr lang="en-US"/>
        </a:p>
      </dgm:t>
    </dgm:pt>
    <dgm:pt modelId="{47506424-E492-4459-A68D-EFABC4212B5B}">
      <dgm:prSet/>
      <dgm:spPr/>
      <dgm:t>
        <a:bodyPr/>
        <a:lstStyle/>
        <a:p>
          <a:r>
            <a:rPr lang="en-US"/>
            <a:t>Analyze athlete demographics</a:t>
          </a:r>
        </a:p>
      </dgm:t>
    </dgm:pt>
    <dgm:pt modelId="{18D0AA3D-E9AC-45C1-BB60-F39FEDECE0A3}" type="parTrans" cxnId="{747CBB23-7DEA-435C-9B96-A6C5DE6CD8BA}">
      <dgm:prSet/>
      <dgm:spPr/>
      <dgm:t>
        <a:bodyPr/>
        <a:lstStyle/>
        <a:p>
          <a:endParaRPr lang="en-US"/>
        </a:p>
      </dgm:t>
    </dgm:pt>
    <dgm:pt modelId="{24210EF3-DCDA-48EF-87D8-46D9C56AAD4E}" type="sibTrans" cxnId="{747CBB23-7DEA-435C-9B96-A6C5DE6CD8BA}">
      <dgm:prSet/>
      <dgm:spPr/>
      <dgm:t>
        <a:bodyPr/>
        <a:lstStyle/>
        <a:p>
          <a:endParaRPr lang="en-US"/>
        </a:p>
      </dgm:t>
    </dgm:pt>
    <dgm:pt modelId="{60C63015-2E59-42E5-9C6F-360BCBD87E1F}">
      <dgm:prSet/>
      <dgm:spPr/>
      <dgm:t>
        <a:bodyPr/>
        <a:lstStyle/>
        <a:p>
          <a:r>
            <a:rPr lang="en-US"/>
            <a:t>Examine</a:t>
          </a:r>
        </a:p>
      </dgm:t>
    </dgm:pt>
    <dgm:pt modelId="{B6166A46-C354-43D5-875D-E1D4838FCF53}" type="parTrans" cxnId="{13B0CAFC-A19C-4C37-977D-0E5ED3876B5F}">
      <dgm:prSet/>
      <dgm:spPr/>
      <dgm:t>
        <a:bodyPr/>
        <a:lstStyle/>
        <a:p>
          <a:endParaRPr lang="en-US"/>
        </a:p>
      </dgm:t>
    </dgm:pt>
    <dgm:pt modelId="{D7BC6DFB-49CC-4D01-AB62-694466A0E9C6}" type="sibTrans" cxnId="{13B0CAFC-A19C-4C37-977D-0E5ED3876B5F}">
      <dgm:prSet/>
      <dgm:spPr/>
      <dgm:t>
        <a:bodyPr/>
        <a:lstStyle/>
        <a:p>
          <a:endParaRPr lang="en-US"/>
        </a:p>
      </dgm:t>
    </dgm:pt>
    <dgm:pt modelId="{5F35F64D-155A-478E-9302-A9186968348D}">
      <dgm:prSet/>
      <dgm:spPr/>
      <dgm:t>
        <a:bodyPr/>
        <a:lstStyle/>
        <a:p>
          <a:r>
            <a:rPr lang="en-US"/>
            <a:t>Examine gender &amp; participation trends</a:t>
          </a:r>
        </a:p>
      </dgm:t>
    </dgm:pt>
    <dgm:pt modelId="{E4D04A18-8A36-4902-A2C1-605866BC088C}" type="parTrans" cxnId="{C7C928EB-D889-4E7F-9FBC-F3CBE849DD96}">
      <dgm:prSet/>
      <dgm:spPr/>
      <dgm:t>
        <a:bodyPr/>
        <a:lstStyle/>
        <a:p>
          <a:endParaRPr lang="en-US"/>
        </a:p>
      </dgm:t>
    </dgm:pt>
    <dgm:pt modelId="{296D36A8-C6AB-440B-80CF-A5FA56190D12}" type="sibTrans" cxnId="{C7C928EB-D889-4E7F-9FBC-F3CBE849DD96}">
      <dgm:prSet/>
      <dgm:spPr/>
      <dgm:t>
        <a:bodyPr/>
        <a:lstStyle/>
        <a:p>
          <a:endParaRPr lang="en-US"/>
        </a:p>
      </dgm:t>
    </dgm:pt>
    <dgm:pt modelId="{7A88E62E-FF5E-47D9-94DE-21AAD87B0E7E}">
      <dgm:prSet/>
      <dgm:spPr/>
      <dgm:t>
        <a:bodyPr/>
        <a:lstStyle/>
        <a:p>
          <a:r>
            <a:rPr lang="en-US"/>
            <a:t>Study</a:t>
          </a:r>
        </a:p>
      </dgm:t>
    </dgm:pt>
    <dgm:pt modelId="{12355A23-4A19-4E5A-9DD6-3F6762DD8B4E}" type="parTrans" cxnId="{4338B6ED-FEF3-48D1-BE24-5272DA1BAC7D}">
      <dgm:prSet/>
      <dgm:spPr/>
      <dgm:t>
        <a:bodyPr/>
        <a:lstStyle/>
        <a:p>
          <a:endParaRPr lang="en-US"/>
        </a:p>
      </dgm:t>
    </dgm:pt>
    <dgm:pt modelId="{80BA5F4F-B4CC-4F1A-A2BD-EBE42A61790A}" type="sibTrans" cxnId="{4338B6ED-FEF3-48D1-BE24-5272DA1BAC7D}">
      <dgm:prSet/>
      <dgm:spPr/>
      <dgm:t>
        <a:bodyPr/>
        <a:lstStyle/>
        <a:p>
          <a:endParaRPr lang="en-US"/>
        </a:p>
      </dgm:t>
    </dgm:pt>
    <dgm:pt modelId="{3822060A-D4A7-4381-8D15-1AF5B5920819}">
      <dgm:prSet/>
      <dgm:spPr/>
      <dgm:t>
        <a:bodyPr/>
        <a:lstStyle/>
        <a:p>
          <a:r>
            <a:rPr lang="en-US"/>
            <a:t>Study economic factors (GDP) &amp; performance outcomes</a:t>
          </a:r>
        </a:p>
      </dgm:t>
    </dgm:pt>
    <dgm:pt modelId="{136F3F66-215F-4AC8-B862-499FB1ED3AE4}" type="parTrans" cxnId="{366C4F94-2CA3-49A2-BB1E-EB19BA3B073A}">
      <dgm:prSet/>
      <dgm:spPr/>
      <dgm:t>
        <a:bodyPr/>
        <a:lstStyle/>
        <a:p>
          <a:endParaRPr lang="en-US"/>
        </a:p>
      </dgm:t>
    </dgm:pt>
    <dgm:pt modelId="{76B64889-E7E8-471D-AE06-1F2112A1ED45}" type="sibTrans" cxnId="{366C4F94-2CA3-49A2-BB1E-EB19BA3B073A}">
      <dgm:prSet/>
      <dgm:spPr/>
      <dgm:t>
        <a:bodyPr/>
        <a:lstStyle/>
        <a:p>
          <a:endParaRPr lang="en-US"/>
        </a:p>
      </dgm:t>
    </dgm:pt>
    <dgm:pt modelId="{8D8E5209-66A3-4A91-952A-F5ACE834F15D}">
      <dgm:prSet/>
      <dgm:spPr/>
      <dgm:t>
        <a:bodyPr/>
        <a:lstStyle/>
        <a:p>
          <a:r>
            <a:rPr lang="en-US"/>
            <a:t>Validate</a:t>
          </a:r>
        </a:p>
      </dgm:t>
    </dgm:pt>
    <dgm:pt modelId="{E4839365-657E-42C0-BEEA-C152703258F8}" type="parTrans" cxnId="{250EBBDF-C6D1-4664-A896-01040201E2C7}">
      <dgm:prSet/>
      <dgm:spPr/>
      <dgm:t>
        <a:bodyPr/>
        <a:lstStyle/>
        <a:p>
          <a:endParaRPr lang="en-US"/>
        </a:p>
      </dgm:t>
    </dgm:pt>
    <dgm:pt modelId="{5525E8C7-1DC0-40DA-B613-509810414929}" type="sibTrans" cxnId="{250EBBDF-C6D1-4664-A896-01040201E2C7}">
      <dgm:prSet/>
      <dgm:spPr/>
      <dgm:t>
        <a:bodyPr/>
        <a:lstStyle/>
        <a:p>
          <a:endParaRPr lang="en-US"/>
        </a:p>
      </dgm:t>
    </dgm:pt>
    <dgm:pt modelId="{F1AD24C6-700B-47DA-9B47-A27D3CB293E4}">
      <dgm:prSet/>
      <dgm:spPr/>
      <dgm:t>
        <a:bodyPr/>
        <a:lstStyle/>
        <a:p>
          <a:r>
            <a:rPr lang="en-US"/>
            <a:t>Validate trends using statistical testing</a:t>
          </a:r>
        </a:p>
      </dgm:t>
    </dgm:pt>
    <dgm:pt modelId="{9D90987F-F434-4CFF-ABE2-56E3C4B51F71}" type="parTrans" cxnId="{387D2C57-F466-4CF5-8C9E-D2C4A7DF82DF}">
      <dgm:prSet/>
      <dgm:spPr/>
      <dgm:t>
        <a:bodyPr/>
        <a:lstStyle/>
        <a:p>
          <a:endParaRPr lang="en-US"/>
        </a:p>
      </dgm:t>
    </dgm:pt>
    <dgm:pt modelId="{101B0DFC-4505-4754-9EDE-A43D1ED14385}" type="sibTrans" cxnId="{387D2C57-F466-4CF5-8C9E-D2C4A7DF82DF}">
      <dgm:prSet/>
      <dgm:spPr/>
      <dgm:t>
        <a:bodyPr/>
        <a:lstStyle/>
        <a:p>
          <a:endParaRPr lang="en-US"/>
        </a:p>
      </dgm:t>
    </dgm:pt>
    <dgm:pt modelId="{975A7EAC-6CAD-4C6B-B73F-2F40C766461B}">
      <dgm:prSet/>
      <dgm:spPr/>
      <dgm:t>
        <a:bodyPr/>
        <a:lstStyle/>
        <a:p>
          <a:r>
            <a:rPr lang="en-US"/>
            <a:t>Compare</a:t>
          </a:r>
        </a:p>
      </dgm:t>
    </dgm:pt>
    <dgm:pt modelId="{42B75701-1486-48FE-811F-B8F5FDD153DF}" type="parTrans" cxnId="{C0982BF6-BDE3-40E6-ABE9-76D3D861D944}">
      <dgm:prSet/>
      <dgm:spPr/>
      <dgm:t>
        <a:bodyPr/>
        <a:lstStyle/>
        <a:p>
          <a:endParaRPr lang="en-US"/>
        </a:p>
      </dgm:t>
    </dgm:pt>
    <dgm:pt modelId="{A8FA4738-3675-4572-BD17-32C48B20B84C}" type="sibTrans" cxnId="{C0982BF6-BDE3-40E6-ABE9-76D3D861D944}">
      <dgm:prSet/>
      <dgm:spPr/>
      <dgm:t>
        <a:bodyPr/>
        <a:lstStyle/>
        <a:p>
          <a:endParaRPr lang="en-US"/>
        </a:p>
      </dgm:t>
    </dgm:pt>
    <dgm:pt modelId="{F4CB9035-EA18-44E4-B737-BEEC024ED374}">
      <dgm:prSet/>
      <dgm:spPr/>
      <dgm:t>
        <a:bodyPr/>
        <a:lstStyle/>
        <a:p>
          <a:r>
            <a:rPr lang="en-US"/>
            <a:t>Compare Paris 2024 to Rio 2016</a:t>
          </a:r>
        </a:p>
      </dgm:t>
    </dgm:pt>
    <dgm:pt modelId="{8DE7DAFB-7710-45AA-B228-8322B5F21F2D}" type="parTrans" cxnId="{58CED042-58AD-436F-8AC8-832C6DE71746}">
      <dgm:prSet/>
      <dgm:spPr/>
      <dgm:t>
        <a:bodyPr/>
        <a:lstStyle/>
        <a:p>
          <a:endParaRPr lang="en-US"/>
        </a:p>
      </dgm:t>
    </dgm:pt>
    <dgm:pt modelId="{BC1ABDFF-82DD-40DB-A59C-FD3366F2DCEB}" type="sibTrans" cxnId="{58CED042-58AD-436F-8AC8-832C6DE71746}">
      <dgm:prSet/>
      <dgm:spPr/>
      <dgm:t>
        <a:bodyPr/>
        <a:lstStyle/>
        <a:p>
          <a:endParaRPr lang="en-US"/>
        </a:p>
      </dgm:t>
    </dgm:pt>
    <dgm:pt modelId="{52142FE0-57AD-4F4E-ACEE-44667F44F6F3}" type="pres">
      <dgm:prSet presAssocID="{DE6024DC-9A7E-4F61-B78E-585298DCC307}" presName="Name0" presStyleCnt="0">
        <dgm:presLayoutVars>
          <dgm:dir/>
          <dgm:animLvl val="lvl"/>
          <dgm:resizeHandles val="exact"/>
        </dgm:presLayoutVars>
      </dgm:prSet>
      <dgm:spPr/>
    </dgm:pt>
    <dgm:pt modelId="{E61EE31C-85B9-4AD6-A25A-DB6E72537A62}" type="pres">
      <dgm:prSet presAssocID="{62BA1428-64C0-4151-B462-D100CA973186}" presName="linNode" presStyleCnt="0"/>
      <dgm:spPr/>
    </dgm:pt>
    <dgm:pt modelId="{C0E148CA-CFF4-46F1-8F4A-61540CB31A17}" type="pres">
      <dgm:prSet presAssocID="{62BA1428-64C0-4151-B462-D100CA973186}" presName="parentText" presStyleLbl="solidFgAcc1" presStyleIdx="0" presStyleCnt="5">
        <dgm:presLayoutVars>
          <dgm:chMax val="1"/>
          <dgm:bulletEnabled/>
        </dgm:presLayoutVars>
      </dgm:prSet>
      <dgm:spPr/>
    </dgm:pt>
    <dgm:pt modelId="{41703B65-7068-4C81-8B13-9002E731D36E}" type="pres">
      <dgm:prSet presAssocID="{62BA1428-64C0-4151-B462-D100CA973186}" presName="descendantText" presStyleLbl="alignNode1" presStyleIdx="0" presStyleCnt="5">
        <dgm:presLayoutVars>
          <dgm:bulletEnabled/>
        </dgm:presLayoutVars>
      </dgm:prSet>
      <dgm:spPr/>
    </dgm:pt>
    <dgm:pt modelId="{EACCD363-3DA2-453E-9CE0-707FAE8CE414}" type="pres">
      <dgm:prSet presAssocID="{715A877C-4EFD-4D2A-93FD-D274FB2ED1E3}" presName="sp" presStyleCnt="0"/>
      <dgm:spPr/>
    </dgm:pt>
    <dgm:pt modelId="{854A8886-79CF-4834-9712-4B62EAF4D6CF}" type="pres">
      <dgm:prSet presAssocID="{60C63015-2E59-42E5-9C6F-360BCBD87E1F}" presName="linNode" presStyleCnt="0"/>
      <dgm:spPr/>
    </dgm:pt>
    <dgm:pt modelId="{09BC4368-E3A5-4A34-8064-B1EE7489C374}" type="pres">
      <dgm:prSet presAssocID="{60C63015-2E59-42E5-9C6F-360BCBD87E1F}" presName="parentText" presStyleLbl="solidFgAcc1" presStyleIdx="1" presStyleCnt="5">
        <dgm:presLayoutVars>
          <dgm:chMax val="1"/>
          <dgm:bulletEnabled/>
        </dgm:presLayoutVars>
      </dgm:prSet>
      <dgm:spPr/>
    </dgm:pt>
    <dgm:pt modelId="{B2F37327-3BD7-4E41-93F6-B393579F0B3F}" type="pres">
      <dgm:prSet presAssocID="{60C63015-2E59-42E5-9C6F-360BCBD87E1F}" presName="descendantText" presStyleLbl="alignNode1" presStyleIdx="1" presStyleCnt="5">
        <dgm:presLayoutVars>
          <dgm:bulletEnabled/>
        </dgm:presLayoutVars>
      </dgm:prSet>
      <dgm:spPr/>
    </dgm:pt>
    <dgm:pt modelId="{5DCBF97A-502E-4930-A850-295C08463ADB}" type="pres">
      <dgm:prSet presAssocID="{D7BC6DFB-49CC-4D01-AB62-694466A0E9C6}" presName="sp" presStyleCnt="0"/>
      <dgm:spPr/>
    </dgm:pt>
    <dgm:pt modelId="{BC369435-263B-497E-8494-9319A5F0A3B4}" type="pres">
      <dgm:prSet presAssocID="{7A88E62E-FF5E-47D9-94DE-21AAD87B0E7E}" presName="linNode" presStyleCnt="0"/>
      <dgm:spPr/>
    </dgm:pt>
    <dgm:pt modelId="{535072CB-B600-429B-BB10-3EE9D6C67D37}" type="pres">
      <dgm:prSet presAssocID="{7A88E62E-FF5E-47D9-94DE-21AAD87B0E7E}" presName="parentText" presStyleLbl="solidFgAcc1" presStyleIdx="2" presStyleCnt="5">
        <dgm:presLayoutVars>
          <dgm:chMax val="1"/>
          <dgm:bulletEnabled/>
        </dgm:presLayoutVars>
      </dgm:prSet>
      <dgm:spPr/>
    </dgm:pt>
    <dgm:pt modelId="{D015BE27-D594-4520-8596-1526B2BD8D2D}" type="pres">
      <dgm:prSet presAssocID="{7A88E62E-FF5E-47D9-94DE-21AAD87B0E7E}" presName="descendantText" presStyleLbl="alignNode1" presStyleIdx="2" presStyleCnt="5">
        <dgm:presLayoutVars>
          <dgm:bulletEnabled/>
        </dgm:presLayoutVars>
      </dgm:prSet>
      <dgm:spPr/>
    </dgm:pt>
    <dgm:pt modelId="{895E3843-F9E5-4C6D-B0EE-0A168D691378}" type="pres">
      <dgm:prSet presAssocID="{80BA5F4F-B4CC-4F1A-A2BD-EBE42A61790A}" presName="sp" presStyleCnt="0"/>
      <dgm:spPr/>
    </dgm:pt>
    <dgm:pt modelId="{B97D4D34-6288-45D1-BCF0-9FA1DFAABC1D}" type="pres">
      <dgm:prSet presAssocID="{8D8E5209-66A3-4A91-952A-F5ACE834F15D}" presName="linNode" presStyleCnt="0"/>
      <dgm:spPr/>
    </dgm:pt>
    <dgm:pt modelId="{D361DD40-E2D1-40EF-B6C1-4EB8F532E8BE}" type="pres">
      <dgm:prSet presAssocID="{8D8E5209-66A3-4A91-952A-F5ACE834F15D}" presName="parentText" presStyleLbl="solidFgAcc1" presStyleIdx="3" presStyleCnt="5">
        <dgm:presLayoutVars>
          <dgm:chMax val="1"/>
          <dgm:bulletEnabled/>
        </dgm:presLayoutVars>
      </dgm:prSet>
      <dgm:spPr/>
    </dgm:pt>
    <dgm:pt modelId="{F4789087-25D3-4263-8D82-C8A1C35337A6}" type="pres">
      <dgm:prSet presAssocID="{8D8E5209-66A3-4A91-952A-F5ACE834F15D}" presName="descendantText" presStyleLbl="alignNode1" presStyleIdx="3" presStyleCnt="5">
        <dgm:presLayoutVars>
          <dgm:bulletEnabled/>
        </dgm:presLayoutVars>
      </dgm:prSet>
      <dgm:spPr/>
    </dgm:pt>
    <dgm:pt modelId="{C9142491-EE4F-4257-8A0B-1F241937B63F}" type="pres">
      <dgm:prSet presAssocID="{5525E8C7-1DC0-40DA-B613-509810414929}" presName="sp" presStyleCnt="0"/>
      <dgm:spPr/>
    </dgm:pt>
    <dgm:pt modelId="{7E33B748-4CAD-442B-A6AD-5997721D1684}" type="pres">
      <dgm:prSet presAssocID="{975A7EAC-6CAD-4C6B-B73F-2F40C766461B}" presName="linNode" presStyleCnt="0"/>
      <dgm:spPr/>
    </dgm:pt>
    <dgm:pt modelId="{46BD52CD-BB0A-4783-9D26-B6B64F01FDA2}" type="pres">
      <dgm:prSet presAssocID="{975A7EAC-6CAD-4C6B-B73F-2F40C766461B}" presName="parentText" presStyleLbl="solidFgAcc1" presStyleIdx="4" presStyleCnt="5">
        <dgm:presLayoutVars>
          <dgm:chMax val="1"/>
          <dgm:bulletEnabled/>
        </dgm:presLayoutVars>
      </dgm:prSet>
      <dgm:spPr/>
    </dgm:pt>
    <dgm:pt modelId="{87872CEA-DAD2-4D7C-BC24-8B83AFD8188E}" type="pres">
      <dgm:prSet presAssocID="{975A7EAC-6CAD-4C6B-B73F-2F40C766461B}" presName="descendantText" presStyleLbl="alignNode1" presStyleIdx="4" presStyleCnt="5">
        <dgm:presLayoutVars>
          <dgm:bulletEnabled/>
        </dgm:presLayoutVars>
      </dgm:prSet>
      <dgm:spPr/>
    </dgm:pt>
  </dgm:ptLst>
  <dgm:cxnLst>
    <dgm:cxn modelId="{A9B1DB0A-5CCA-433C-B7C5-EED98C50A663}" type="presOf" srcId="{62BA1428-64C0-4151-B462-D100CA973186}" destId="{C0E148CA-CFF4-46F1-8F4A-61540CB31A17}" srcOrd="0" destOrd="0" presId="urn:microsoft.com/office/officeart/2016/7/layout/VerticalHollowActionList"/>
    <dgm:cxn modelId="{17953116-FFB1-4E73-A15E-41FDCB6B0DFF}" type="presOf" srcId="{7A88E62E-FF5E-47D9-94DE-21AAD87B0E7E}" destId="{535072CB-B600-429B-BB10-3EE9D6C67D37}" srcOrd="0" destOrd="0" presId="urn:microsoft.com/office/officeart/2016/7/layout/VerticalHollowActionList"/>
    <dgm:cxn modelId="{A23F0918-C6D1-4D50-9881-3260AE5EEC82}" type="presOf" srcId="{47506424-E492-4459-A68D-EFABC4212B5B}" destId="{41703B65-7068-4C81-8B13-9002E731D36E}" srcOrd="0" destOrd="0" presId="urn:microsoft.com/office/officeart/2016/7/layout/VerticalHollowActionList"/>
    <dgm:cxn modelId="{747CBB23-7DEA-435C-9B96-A6C5DE6CD8BA}" srcId="{62BA1428-64C0-4151-B462-D100CA973186}" destId="{47506424-E492-4459-A68D-EFABC4212B5B}" srcOrd="0" destOrd="0" parTransId="{18D0AA3D-E9AC-45C1-BB60-F39FEDECE0A3}" sibTransId="{24210EF3-DCDA-48EF-87D8-46D9C56AAD4E}"/>
    <dgm:cxn modelId="{7F860534-3F56-47C7-A05C-0506523CEEF5}" type="presOf" srcId="{F1AD24C6-700B-47DA-9B47-A27D3CB293E4}" destId="{F4789087-25D3-4263-8D82-C8A1C35337A6}" srcOrd="0" destOrd="0" presId="urn:microsoft.com/office/officeart/2016/7/layout/VerticalHollowActionList"/>
    <dgm:cxn modelId="{58CED042-58AD-436F-8AC8-832C6DE71746}" srcId="{975A7EAC-6CAD-4C6B-B73F-2F40C766461B}" destId="{F4CB9035-EA18-44E4-B737-BEEC024ED374}" srcOrd="0" destOrd="0" parTransId="{8DE7DAFB-7710-45AA-B228-8322B5F21F2D}" sibTransId="{BC1ABDFF-82DD-40DB-A59C-FD3366F2DCEB}"/>
    <dgm:cxn modelId="{19303251-1A98-49B3-8680-B42B8787D2DA}" srcId="{DE6024DC-9A7E-4F61-B78E-585298DCC307}" destId="{62BA1428-64C0-4151-B462-D100CA973186}" srcOrd="0" destOrd="0" parTransId="{8144832E-F6DD-42D0-BA40-6D871AC29622}" sibTransId="{715A877C-4EFD-4D2A-93FD-D274FB2ED1E3}"/>
    <dgm:cxn modelId="{387D2C57-F466-4CF5-8C9E-D2C4A7DF82DF}" srcId="{8D8E5209-66A3-4A91-952A-F5ACE834F15D}" destId="{F1AD24C6-700B-47DA-9B47-A27D3CB293E4}" srcOrd="0" destOrd="0" parTransId="{9D90987F-F434-4CFF-ABE2-56E3C4B51F71}" sibTransId="{101B0DFC-4505-4754-9EDE-A43D1ED14385}"/>
    <dgm:cxn modelId="{366C4F94-2CA3-49A2-BB1E-EB19BA3B073A}" srcId="{7A88E62E-FF5E-47D9-94DE-21AAD87B0E7E}" destId="{3822060A-D4A7-4381-8D15-1AF5B5920819}" srcOrd="0" destOrd="0" parTransId="{136F3F66-215F-4AC8-B862-499FB1ED3AE4}" sibTransId="{76B64889-E7E8-471D-AE06-1F2112A1ED45}"/>
    <dgm:cxn modelId="{DAF9D5BD-E02F-4067-B01B-0CE76A3E48E2}" type="presOf" srcId="{8D8E5209-66A3-4A91-952A-F5ACE834F15D}" destId="{D361DD40-E2D1-40EF-B6C1-4EB8F532E8BE}" srcOrd="0" destOrd="0" presId="urn:microsoft.com/office/officeart/2016/7/layout/VerticalHollowActionList"/>
    <dgm:cxn modelId="{795264C6-B787-458F-BE3E-E01177CFAE6B}" type="presOf" srcId="{F4CB9035-EA18-44E4-B737-BEEC024ED374}" destId="{87872CEA-DAD2-4D7C-BC24-8B83AFD8188E}" srcOrd="0" destOrd="0" presId="urn:microsoft.com/office/officeart/2016/7/layout/VerticalHollowActionList"/>
    <dgm:cxn modelId="{4F5AD6DB-312F-4F91-AB88-4C3C206A6E37}" type="presOf" srcId="{3822060A-D4A7-4381-8D15-1AF5B5920819}" destId="{D015BE27-D594-4520-8596-1526B2BD8D2D}" srcOrd="0" destOrd="0" presId="urn:microsoft.com/office/officeart/2016/7/layout/VerticalHollowActionList"/>
    <dgm:cxn modelId="{250EBBDF-C6D1-4664-A896-01040201E2C7}" srcId="{DE6024DC-9A7E-4F61-B78E-585298DCC307}" destId="{8D8E5209-66A3-4A91-952A-F5ACE834F15D}" srcOrd="3" destOrd="0" parTransId="{E4839365-657E-42C0-BEEA-C152703258F8}" sibTransId="{5525E8C7-1DC0-40DA-B613-509810414929}"/>
    <dgm:cxn modelId="{72FF2BE7-35F3-4698-AC75-D68822A6C74A}" type="presOf" srcId="{DE6024DC-9A7E-4F61-B78E-585298DCC307}" destId="{52142FE0-57AD-4F4E-ACEE-44667F44F6F3}" srcOrd="0" destOrd="0" presId="urn:microsoft.com/office/officeart/2016/7/layout/VerticalHollowActionList"/>
    <dgm:cxn modelId="{E61D2FE8-0DFD-46B1-B611-6B5E1666C1E5}" type="presOf" srcId="{5F35F64D-155A-478E-9302-A9186968348D}" destId="{B2F37327-3BD7-4E41-93F6-B393579F0B3F}" srcOrd="0" destOrd="0" presId="urn:microsoft.com/office/officeart/2016/7/layout/VerticalHollowActionList"/>
    <dgm:cxn modelId="{C7C928EB-D889-4E7F-9FBC-F3CBE849DD96}" srcId="{60C63015-2E59-42E5-9C6F-360BCBD87E1F}" destId="{5F35F64D-155A-478E-9302-A9186968348D}" srcOrd="0" destOrd="0" parTransId="{E4D04A18-8A36-4902-A2C1-605866BC088C}" sibTransId="{296D36A8-C6AB-440B-80CF-A5FA56190D12}"/>
    <dgm:cxn modelId="{4338B6ED-FEF3-48D1-BE24-5272DA1BAC7D}" srcId="{DE6024DC-9A7E-4F61-B78E-585298DCC307}" destId="{7A88E62E-FF5E-47D9-94DE-21AAD87B0E7E}" srcOrd="2" destOrd="0" parTransId="{12355A23-4A19-4E5A-9DD6-3F6762DD8B4E}" sibTransId="{80BA5F4F-B4CC-4F1A-A2BD-EBE42A61790A}"/>
    <dgm:cxn modelId="{C0982BF6-BDE3-40E6-ABE9-76D3D861D944}" srcId="{DE6024DC-9A7E-4F61-B78E-585298DCC307}" destId="{975A7EAC-6CAD-4C6B-B73F-2F40C766461B}" srcOrd="4" destOrd="0" parTransId="{42B75701-1486-48FE-811F-B8F5FDD153DF}" sibTransId="{A8FA4738-3675-4572-BD17-32C48B20B84C}"/>
    <dgm:cxn modelId="{857D37FA-02F6-4E65-89D1-07C7051DCB54}" type="presOf" srcId="{975A7EAC-6CAD-4C6B-B73F-2F40C766461B}" destId="{46BD52CD-BB0A-4783-9D26-B6B64F01FDA2}" srcOrd="0" destOrd="0" presId="urn:microsoft.com/office/officeart/2016/7/layout/VerticalHollowActionList"/>
    <dgm:cxn modelId="{382249FA-838E-4FF1-AA2D-9344F6B42561}" type="presOf" srcId="{60C63015-2E59-42E5-9C6F-360BCBD87E1F}" destId="{09BC4368-E3A5-4A34-8064-B1EE7489C374}" srcOrd="0" destOrd="0" presId="urn:microsoft.com/office/officeart/2016/7/layout/VerticalHollowActionList"/>
    <dgm:cxn modelId="{13B0CAFC-A19C-4C37-977D-0E5ED3876B5F}" srcId="{DE6024DC-9A7E-4F61-B78E-585298DCC307}" destId="{60C63015-2E59-42E5-9C6F-360BCBD87E1F}" srcOrd="1" destOrd="0" parTransId="{B6166A46-C354-43D5-875D-E1D4838FCF53}" sibTransId="{D7BC6DFB-49CC-4D01-AB62-694466A0E9C6}"/>
    <dgm:cxn modelId="{C6DDC3B6-F1BB-4138-AC23-ED86FA1A1812}" type="presParOf" srcId="{52142FE0-57AD-4F4E-ACEE-44667F44F6F3}" destId="{E61EE31C-85B9-4AD6-A25A-DB6E72537A62}" srcOrd="0" destOrd="0" presId="urn:microsoft.com/office/officeart/2016/7/layout/VerticalHollowActionList"/>
    <dgm:cxn modelId="{E103F723-A003-4AC6-A3AB-B8C286F5CA9C}" type="presParOf" srcId="{E61EE31C-85B9-4AD6-A25A-DB6E72537A62}" destId="{C0E148CA-CFF4-46F1-8F4A-61540CB31A17}" srcOrd="0" destOrd="0" presId="urn:microsoft.com/office/officeart/2016/7/layout/VerticalHollowActionList"/>
    <dgm:cxn modelId="{E9E53211-9D91-4616-9BEA-E52E8F1EA650}" type="presParOf" srcId="{E61EE31C-85B9-4AD6-A25A-DB6E72537A62}" destId="{41703B65-7068-4C81-8B13-9002E731D36E}" srcOrd="1" destOrd="0" presId="urn:microsoft.com/office/officeart/2016/7/layout/VerticalHollowActionList"/>
    <dgm:cxn modelId="{8EBF5617-C6D1-4CCB-A708-8D337D0A08ED}" type="presParOf" srcId="{52142FE0-57AD-4F4E-ACEE-44667F44F6F3}" destId="{EACCD363-3DA2-453E-9CE0-707FAE8CE414}" srcOrd="1" destOrd="0" presId="urn:microsoft.com/office/officeart/2016/7/layout/VerticalHollowActionList"/>
    <dgm:cxn modelId="{8939760A-F9D1-4219-8CD6-51114EAF811A}" type="presParOf" srcId="{52142FE0-57AD-4F4E-ACEE-44667F44F6F3}" destId="{854A8886-79CF-4834-9712-4B62EAF4D6CF}" srcOrd="2" destOrd="0" presId="urn:microsoft.com/office/officeart/2016/7/layout/VerticalHollowActionList"/>
    <dgm:cxn modelId="{47E85B5E-3720-429B-8020-F46EDC089599}" type="presParOf" srcId="{854A8886-79CF-4834-9712-4B62EAF4D6CF}" destId="{09BC4368-E3A5-4A34-8064-B1EE7489C374}" srcOrd="0" destOrd="0" presId="urn:microsoft.com/office/officeart/2016/7/layout/VerticalHollowActionList"/>
    <dgm:cxn modelId="{AA7F508E-A607-4276-8148-7083A9B03D56}" type="presParOf" srcId="{854A8886-79CF-4834-9712-4B62EAF4D6CF}" destId="{B2F37327-3BD7-4E41-93F6-B393579F0B3F}" srcOrd="1" destOrd="0" presId="urn:microsoft.com/office/officeart/2016/7/layout/VerticalHollowActionList"/>
    <dgm:cxn modelId="{8193431D-2934-467B-92BB-DDAC1978D933}" type="presParOf" srcId="{52142FE0-57AD-4F4E-ACEE-44667F44F6F3}" destId="{5DCBF97A-502E-4930-A850-295C08463ADB}" srcOrd="3" destOrd="0" presId="urn:microsoft.com/office/officeart/2016/7/layout/VerticalHollowActionList"/>
    <dgm:cxn modelId="{CAE02861-9F02-4E4D-BF46-7BD3D8E41F4A}" type="presParOf" srcId="{52142FE0-57AD-4F4E-ACEE-44667F44F6F3}" destId="{BC369435-263B-497E-8494-9319A5F0A3B4}" srcOrd="4" destOrd="0" presId="urn:microsoft.com/office/officeart/2016/7/layout/VerticalHollowActionList"/>
    <dgm:cxn modelId="{75A47A2E-08CB-45D4-B4C7-6E33C61F6B99}" type="presParOf" srcId="{BC369435-263B-497E-8494-9319A5F0A3B4}" destId="{535072CB-B600-429B-BB10-3EE9D6C67D37}" srcOrd="0" destOrd="0" presId="urn:microsoft.com/office/officeart/2016/7/layout/VerticalHollowActionList"/>
    <dgm:cxn modelId="{96723BA4-A508-49F9-A632-96EFC867BF66}" type="presParOf" srcId="{BC369435-263B-497E-8494-9319A5F0A3B4}" destId="{D015BE27-D594-4520-8596-1526B2BD8D2D}" srcOrd="1" destOrd="0" presId="urn:microsoft.com/office/officeart/2016/7/layout/VerticalHollowActionList"/>
    <dgm:cxn modelId="{B288F73A-EBC6-474A-870D-80E4E1E90CEE}" type="presParOf" srcId="{52142FE0-57AD-4F4E-ACEE-44667F44F6F3}" destId="{895E3843-F9E5-4C6D-B0EE-0A168D691378}" srcOrd="5" destOrd="0" presId="urn:microsoft.com/office/officeart/2016/7/layout/VerticalHollowActionList"/>
    <dgm:cxn modelId="{C9A0D162-46C2-4E83-B8AB-FC72D1EFD939}" type="presParOf" srcId="{52142FE0-57AD-4F4E-ACEE-44667F44F6F3}" destId="{B97D4D34-6288-45D1-BCF0-9FA1DFAABC1D}" srcOrd="6" destOrd="0" presId="urn:microsoft.com/office/officeart/2016/7/layout/VerticalHollowActionList"/>
    <dgm:cxn modelId="{5192916A-4D0D-45E3-9BCF-11E8CEA598D9}" type="presParOf" srcId="{B97D4D34-6288-45D1-BCF0-9FA1DFAABC1D}" destId="{D361DD40-E2D1-40EF-B6C1-4EB8F532E8BE}" srcOrd="0" destOrd="0" presId="urn:microsoft.com/office/officeart/2016/7/layout/VerticalHollowActionList"/>
    <dgm:cxn modelId="{85B4BB38-101E-4DD1-B3A0-01D6944E349C}" type="presParOf" srcId="{B97D4D34-6288-45D1-BCF0-9FA1DFAABC1D}" destId="{F4789087-25D3-4263-8D82-C8A1C35337A6}" srcOrd="1" destOrd="0" presId="urn:microsoft.com/office/officeart/2016/7/layout/VerticalHollowActionList"/>
    <dgm:cxn modelId="{3F306843-07E2-4007-8F0F-6DBA99CBD642}" type="presParOf" srcId="{52142FE0-57AD-4F4E-ACEE-44667F44F6F3}" destId="{C9142491-EE4F-4257-8A0B-1F241937B63F}" srcOrd="7" destOrd="0" presId="urn:microsoft.com/office/officeart/2016/7/layout/VerticalHollowActionList"/>
    <dgm:cxn modelId="{4F61129E-2068-4823-9D65-DC3CCEB39B70}" type="presParOf" srcId="{52142FE0-57AD-4F4E-ACEE-44667F44F6F3}" destId="{7E33B748-4CAD-442B-A6AD-5997721D1684}" srcOrd="8" destOrd="0" presId="urn:microsoft.com/office/officeart/2016/7/layout/VerticalHollowActionList"/>
    <dgm:cxn modelId="{C176F580-65A4-4DC0-915F-29C9B2016009}" type="presParOf" srcId="{7E33B748-4CAD-442B-A6AD-5997721D1684}" destId="{46BD52CD-BB0A-4783-9D26-B6B64F01FDA2}" srcOrd="0" destOrd="0" presId="urn:microsoft.com/office/officeart/2016/7/layout/VerticalHollowActionList"/>
    <dgm:cxn modelId="{ACC888CE-9490-49D0-8188-1E8A0AF4914A}" type="presParOf" srcId="{7E33B748-4CAD-442B-A6AD-5997721D1684}" destId="{87872CEA-DAD2-4D7C-BC24-8B83AFD8188E}" srcOrd="1" destOrd="0" presId="urn:microsoft.com/office/officeart/2016/7/layout/VerticalHollowAction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4558E5E-66FF-46E3-9D97-8A3348811834}" type="doc">
      <dgm:prSet loTypeId="urn:microsoft.com/office/officeart/2005/8/layout/process5" loCatId="process" qsTypeId="urn:microsoft.com/office/officeart/2005/8/quickstyle/simple1" qsCatId="simple" csTypeId="urn:microsoft.com/office/officeart/2005/8/colors/accent1_2" csCatId="accent1"/>
      <dgm:spPr/>
      <dgm:t>
        <a:bodyPr/>
        <a:lstStyle/>
        <a:p>
          <a:endParaRPr lang="en-US"/>
        </a:p>
      </dgm:t>
    </dgm:pt>
    <dgm:pt modelId="{92DA3D0D-60BA-4960-B168-E597CE72C038}">
      <dgm:prSet/>
      <dgm:spPr/>
      <dgm:t>
        <a:bodyPr/>
        <a:lstStyle/>
        <a:p>
          <a:r>
            <a:rPr lang="en-GB"/>
            <a:t>Data supports talent pipelines</a:t>
          </a:r>
          <a:endParaRPr lang="en-US"/>
        </a:p>
      </dgm:t>
    </dgm:pt>
    <dgm:pt modelId="{A5890120-9E19-410B-A3EF-45155CCAA870}" type="parTrans" cxnId="{9D2B808F-DBE6-4C4D-A07D-3FBF2212EB5F}">
      <dgm:prSet/>
      <dgm:spPr/>
      <dgm:t>
        <a:bodyPr/>
        <a:lstStyle/>
        <a:p>
          <a:endParaRPr lang="en-US"/>
        </a:p>
      </dgm:t>
    </dgm:pt>
    <dgm:pt modelId="{B4907244-6EA7-4A14-9C98-58264A5CB194}" type="sibTrans" cxnId="{9D2B808F-DBE6-4C4D-A07D-3FBF2212EB5F}">
      <dgm:prSet/>
      <dgm:spPr/>
      <dgm:t>
        <a:bodyPr/>
        <a:lstStyle/>
        <a:p>
          <a:endParaRPr lang="en-US"/>
        </a:p>
      </dgm:t>
    </dgm:pt>
    <dgm:pt modelId="{829C077A-6F93-4DFF-AE92-FF3787E8B25B}">
      <dgm:prSet/>
      <dgm:spPr/>
      <dgm:t>
        <a:bodyPr/>
        <a:lstStyle/>
        <a:p>
          <a:r>
            <a:rPr lang="en-GB"/>
            <a:t>Helps allocate funding smarter</a:t>
          </a:r>
          <a:endParaRPr lang="en-US"/>
        </a:p>
      </dgm:t>
    </dgm:pt>
    <dgm:pt modelId="{88FA7B20-C1FC-44BA-B736-DBD936106430}" type="parTrans" cxnId="{E6A26624-8A70-400A-8C00-2B3E6984BD14}">
      <dgm:prSet/>
      <dgm:spPr/>
      <dgm:t>
        <a:bodyPr/>
        <a:lstStyle/>
        <a:p>
          <a:endParaRPr lang="en-US"/>
        </a:p>
      </dgm:t>
    </dgm:pt>
    <dgm:pt modelId="{C600E613-FA34-48D7-9A15-E2EA126286F6}" type="sibTrans" cxnId="{E6A26624-8A70-400A-8C00-2B3E6984BD14}">
      <dgm:prSet/>
      <dgm:spPr/>
      <dgm:t>
        <a:bodyPr/>
        <a:lstStyle/>
        <a:p>
          <a:endParaRPr lang="en-US"/>
        </a:p>
      </dgm:t>
    </dgm:pt>
    <dgm:pt modelId="{FFED6870-597B-4A97-8A02-0974C8747B61}">
      <dgm:prSet/>
      <dgm:spPr/>
      <dgm:t>
        <a:bodyPr/>
        <a:lstStyle/>
        <a:p>
          <a:r>
            <a:rPr lang="en-GB"/>
            <a:t>Guides gender equity goals</a:t>
          </a:r>
          <a:endParaRPr lang="en-US"/>
        </a:p>
      </dgm:t>
    </dgm:pt>
    <dgm:pt modelId="{F8CA68A3-CD15-44B7-889C-D52F6F2D2072}" type="parTrans" cxnId="{44B32D1F-EA77-4687-BE8E-A378080737A2}">
      <dgm:prSet/>
      <dgm:spPr/>
      <dgm:t>
        <a:bodyPr/>
        <a:lstStyle/>
        <a:p>
          <a:endParaRPr lang="en-US"/>
        </a:p>
      </dgm:t>
    </dgm:pt>
    <dgm:pt modelId="{AF9559AC-0E1A-4315-B54B-EB7E38DD9BA9}" type="sibTrans" cxnId="{44B32D1F-EA77-4687-BE8E-A378080737A2}">
      <dgm:prSet/>
      <dgm:spPr/>
      <dgm:t>
        <a:bodyPr/>
        <a:lstStyle/>
        <a:p>
          <a:endParaRPr lang="en-US"/>
        </a:p>
      </dgm:t>
    </dgm:pt>
    <dgm:pt modelId="{93146DBA-6812-4F68-9E0E-F0318864CED0}" type="pres">
      <dgm:prSet presAssocID="{74558E5E-66FF-46E3-9D97-8A3348811834}" presName="diagram" presStyleCnt="0">
        <dgm:presLayoutVars>
          <dgm:dir/>
          <dgm:resizeHandles val="exact"/>
        </dgm:presLayoutVars>
      </dgm:prSet>
      <dgm:spPr/>
    </dgm:pt>
    <dgm:pt modelId="{D79E67C0-4531-476F-8497-13FA2110F75A}" type="pres">
      <dgm:prSet presAssocID="{92DA3D0D-60BA-4960-B168-E597CE72C038}" presName="node" presStyleLbl="node1" presStyleIdx="0" presStyleCnt="3">
        <dgm:presLayoutVars>
          <dgm:bulletEnabled val="1"/>
        </dgm:presLayoutVars>
      </dgm:prSet>
      <dgm:spPr/>
    </dgm:pt>
    <dgm:pt modelId="{18A8CC84-6943-40A2-8933-143DF79405D9}" type="pres">
      <dgm:prSet presAssocID="{B4907244-6EA7-4A14-9C98-58264A5CB194}" presName="sibTrans" presStyleLbl="sibTrans2D1" presStyleIdx="0" presStyleCnt="2"/>
      <dgm:spPr/>
    </dgm:pt>
    <dgm:pt modelId="{CC4D9FA6-1305-4DF1-8020-152FC0EC385D}" type="pres">
      <dgm:prSet presAssocID="{B4907244-6EA7-4A14-9C98-58264A5CB194}" presName="connectorText" presStyleLbl="sibTrans2D1" presStyleIdx="0" presStyleCnt="2"/>
      <dgm:spPr/>
    </dgm:pt>
    <dgm:pt modelId="{A079F57A-55FE-45B4-8579-AA97A847656A}" type="pres">
      <dgm:prSet presAssocID="{829C077A-6F93-4DFF-AE92-FF3787E8B25B}" presName="node" presStyleLbl="node1" presStyleIdx="1" presStyleCnt="3">
        <dgm:presLayoutVars>
          <dgm:bulletEnabled val="1"/>
        </dgm:presLayoutVars>
      </dgm:prSet>
      <dgm:spPr/>
    </dgm:pt>
    <dgm:pt modelId="{05B8F7EF-5B51-4BFD-AD7F-AB7823FF0A65}" type="pres">
      <dgm:prSet presAssocID="{C600E613-FA34-48D7-9A15-E2EA126286F6}" presName="sibTrans" presStyleLbl="sibTrans2D1" presStyleIdx="1" presStyleCnt="2"/>
      <dgm:spPr/>
    </dgm:pt>
    <dgm:pt modelId="{65F45C2C-1A2C-4787-932E-885E2389E1A9}" type="pres">
      <dgm:prSet presAssocID="{C600E613-FA34-48D7-9A15-E2EA126286F6}" presName="connectorText" presStyleLbl="sibTrans2D1" presStyleIdx="1" presStyleCnt="2"/>
      <dgm:spPr/>
    </dgm:pt>
    <dgm:pt modelId="{63AAE7D1-9F60-4460-9578-FCED38C0E789}" type="pres">
      <dgm:prSet presAssocID="{FFED6870-597B-4A97-8A02-0974C8747B61}" presName="node" presStyleLbl="node1" presStyleIdx="2" presStyleCnt="3">
        <dgm:presLayoutVars>
          <dgm:bulletEnabled val="1"/>
        </dgm:presLayoutVars>
      </dgm:prSet>
      <dgm:spPr/>
    </dgm:pt>
  </dgm:ptLst>
  <dgm:cxnLst>
    <dgm:cxn modelId="{FBB42B04-45DB-4CE6-8C13-414BD97FB502}" type="presOf" srcId="{C600E613-FA34-48D7-9A15-E2EA126286F6}" destId="{05B8F7EF-5B51-4BFD-AD7F-AB7823FF0A65}" srcOrd="0" destOrd="0" presId="urn:microsoft.com/office/officeart/2005/8/layout/process5"/>
    <dgm:cxn modelId="{44B32D1F-EA77-4687-BE8E-A378080737A2}" srcId="{74558E5E-66FF-46E3-9D97-8A3348811834}" destId="{FFED6870-597B-4A97-8A02-0974C8747B61}" srcOrd="2" destOrd="0" parTransId="{F8CA68A3-CD15-44B7-889C-D52F6F2D2072}" sibTransId="{AF9559AC-0E1A-4315-B54B-EB7E38DD9BA9}"/>
    <dgm:cxn modelId="{E6A26624-8A70-400A-8C00-2B3E6984BD14}" srcId="{74558E5E-66FF-46E3-9D97-8A3348811834}" destId="{829C077A-6F93-4DFF-AE92-FF3787E8B25B}" srcOrd="1" destOrd="0" parTransId="{88FA7B20-C1FC-44BA-B736-DBD936106430}" sibTransId="{C600E613-FA34-48D7-9A15-E2EA126286F6}"/>
    <dgm:cxn modelId="{D8186A2C-E45C-4BA7-BCCD-65573E2A66F3}" type="presOf" srcId="{B4907244-6EA7-4A14-9C98-58264A5CB194}" destId="{CC4D9FA6-1305-4DF1-8020-152FC0EC385D}" srcOrd="1" destOrd="0" presId="urn:microsoft.com/office/officeart/2005/8/layout/process5"/>
    <dgm:cxn modelId="{54C30C36-1001-4FE8-9AAC-32D47173EB0F}" type="presOf" srcId="{829C077A-6F93-4DFF-AE92-FF3787E8B25B}" destId="{A079F57A-55FE-45B4-8579-AA97A847656A}" srcOrd="0" destOrd="0" presId="urn:microsoft.com/office/officeart/2005/8/layout/process5"/>
    <dgm:cxn modelId="{452F8B4C-F138-47EF-99E9-7AB37014AA95}" type="presOf" srcId="{92DA3D0D-60BA-4960-B168-E597CE72C038}" destId="{D79E67C0-4531-476F-8497-13FA2110F75A}" srcOrd="0" destOrd="0" presId="urn:microsoft.com/office/officeart/2005/8/layout/process5"/>
    <dgm:cxn modelId="{DB35F070-5811-48AE-AC1D-A21820F389A7}" type="presOf" srcId="{FFED6870-597B-4A97-8A02-0974C8747B61}" destId="{63AAE7D1-9F60-4460-9578-FCED38C0E789}" srcOrd="0" destOrd="0" presId="urn:microsoft.com/office/officeart/2005/8/layout/process5"/>
    <dgm:cxn modelId="{9D2B808F-DBE6-4C4D-A07D-3FBF2212EB5F}" srcId="{74558E5E-66FF-46E3-9D97-8A3348811834}" destId="{92DA3D0D-60BA-4960-B168-E597CE72C038}" srcOrd="0" destOrd="0" parTransId="{A5890120-9E19-410B-A3EF-45155CCAA870}" sibTransId="{B4907244-6EA7-4A14-9C98-58264A5CB194}"/>
    <dgm:cxn modelId="{FDD0AF95-8AD5-45F5-8F50-EDDF71C73217}" type="presOf" srcId="{C600E613-FA34-48D7-9A15-E2EA126286F6}" destId="{65F45C2C-1A2C-4787-932E-885E2389E1A9}" srcOrd="1" destOrd="0" presId="urn:microsoft.com/office/officeart/2005/8/layout/process5"/>
    <dgm:cxn modelId="{8A1FFC9E-F3E6-4F9A-8576-7EAF5CF3CD20}" type="presOf" srcId="{74558E5E-66FF-46E3-9D97-8A3348811834}" destId="{93146DBA-6812-4F68-9E0E-F0318864CED0}" srcOrd="0" destOrd="0" presId="urn:microsoft.com/office/officeart/2005/8/layout/process5"/>
    <dgm:cxn modelId="{F911E0A1-F471-446A-829B-62706731F699}" type="presOf" srcId="{B4907244-6EA7-4A14-9C98-58264A5CB194}" destId="{18A8CC84-6943-40A2-8933-143DF79405D9}" srcOrd="0" destOrd="0" presId="urn:microsoft.com/office/officeart/2005/8/layout/process5"/>
    <dgm:cxn modelId="{747024F3-0F2F-4C39-A574-569CE394C906}" type="presParOf" srcId="{93146DBA-6812-4F68-9E0E-F0318864CED0}" destId="{D79E67C0-4531-476F-8497-13FA2110F75A}" srcOrd="0" destOrd="0" presId="urn:microsoft.com/office/officeart/2005/8/layout/process5"/>
    <dgm:cxn modelId="{61A3499D-03D2-413F-80BE-641F1FF71FD6}" type="presParOf" srcId="{93146DBA-6812-4F68-9E0E-F0318864CED0}" destId="{18A8CC84-6943-40A2-8933-143DF79405D9}" srcOrd="1" destOrd="0" presId="urn:microsoft.com/office/officeart/2005/8/layout/process5"/>
    <dgm:cxn modelId="{5DF28799-955A-40BA-84F5-9E7F5AE479EB}" type="presParOf" srcId="{18A8CC84-6943-40A2-8933-143DF79405D9}" destId="{CC4D9FA6-1305-4DF1-8020-152FC0EC385D}" srcOrd="0" destOrd="0" presId="urn:microsoft.com/office/officeart/2005/8/layout/process5"/>
    <dgm:cxn modelId="{A575BE5E-B43F-4FD2-96E7-84051A2864E3}" type="presParOf" srcId="{93146DBA-6812-4F68-9E0E-F0318864CED0}" destId="{A079F57A-55FE-45B4-8579-AA97A847656A}" srcOrd="2" destOrd="0" presId="urn:microsoft.com/office/officeart/2005/8/layout/process5"/>
    <dgm:cxn modelId="{337CE5DA-6B63-411D-8CDA-C722E6847309}" type="presParOf" srcId="{93146DBA-6812-4F68-9E0E-F0318864CED0}" destId="{05B8F7EF-5B51-4BFD-AD7F-AB7823FF0A65}" srcOrd="3" destOrd="0" presId="urn:microsoft.com/office/officeart/2005/8/layout/process5"/>
    <dgm:cxn modelId="{709EC36D-0A7A-4644-BA0D-40366D4241B5}" type="presParOf" srcId="{05B8F7EF-5B51-4BFD-AD7F-AB7823FF0A65}" destId="{65F45C2C-1A2C-4787-932E-885E2389E1A9}" srcOrd="0" destOrd="0" presId="urn:microsoft.com/office/officeart/2005/8/layout/process5"/>
    <dgm:cxn modelId="{834B06E6-1456-4B84-AF94-5B8208B8AA37}" type="presParOf" srcId="{93146DBA-6812-4F68-9E0E-F0318864CED0}" destId="{63AAE7D1-9F60-4460-9578-FCED38C0E789}" srcOrd="4"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A7692E7-036E-43EB-BEF9-850B2B8B5190}" type="doc">
      <dgm:prSet loTypeId="urn:microsoft.com/office/officeart/2016/7/layout/HorizontalActionList" loCatId="List" qsTypeId="urn:microsoft.com/office/officeart/2005/8/quickstyle/simple1" qsCatId="simple" csTypeId="urn:microsoft.com/office/officeart/2005/8/colors/accent1_2" csCatId="accent1"/>
      <dgm:spPr/>
      <dgm:t>
        <a:bodyPr/>
        <a:lstStyle/>
        <a:p>
          <a:endParaRPr lang="en-US"/>
        </a:p>
      </dgm:t>
    </dgm:pt>
    <dgm:pt modelId="{4647774B-C841-4750-9D8A-190CEB62BBD3}">
      <dgm:prSet/>
      <dgm:spPr/>
      <dgm:t>
        <a:bodyPr/>
        <a:lstStyle/>
        <a:p>
          <a:r>
            <a:rPr lang="en-US"/>
            <a:t>Understand</a:t>
          </a:r>
        </a:p>
      </dgm:t>
    </dgm:pt>
    <dgm:pt modelId="{66DF05F4-AE45-4AA9-9366-F19840DA98A2}" type="parTrans" cxnId="{691A22DA-2488-474A-97D9-F73C9AC28715}">
      <dgm:prSet/>
      <dgm:spPr/>
      <dgm:t>
        <a:bodyPr/>
        <a:lstStyle/>
        <a:p>
          <a:endParaRPr lang="en-US"/>
        </a:p>
      </dgm:t>
    </dgm:pt>
    <dgm:pt modelId="{2E1960BD-3759-49D5-84A9-806A126081E3}" type="sibTrans" cxnId="{691A22DA-2488-474A-97D9-F73C9AC28715}">
      <dgm:prSet/>
      <dgm:spPr/>
      <dgm:t>
        <a:bodyPr/>
        <a:lstStyle/>
        <a:p>
          <a:endParaRPr lang="en-US"/>
        </a:p>
      </dgm:t>
    </dgm:pt>
    <dgm:pt modelId="{389BD0DC-32BF-4D3A-AE22-DFD3C47459C5}">
      <dgm:prSet/>
      <dgm:spPr/>
      <dgm:t>
        <a:bodyPr/>
        <a:lstStyle/>
        <a:p>
          <a:r>
            <a:rPr lang="en-US"/>
            <a:t>Understand physical profiles by sport</a:t>
          </a:r>
        </a:p>
      </dgm:t>
    </dgm:pt>
    <dgm:pt modelId="{14AAE843-2079-4683-B198-6FF631E7A59B}" type="parTrans" cxnId="{9246E214-F08E-4B5D-8AAE-E8A1DA784EED}">
      <dgm:prSet/>
      <dgm:spPr/>
      <dgm:t>
        <a:bodyPr/>
        <a:lstStyle/>
        <a:p>
          <a:endParaRPr lang="en-US"/>
        </a:p>
      </dgm:t>
    </dgm:pt>
    <dgm:pt modelId="{19D1F4B9-7E8B-4B0F-9F7B-D1F8A69884EC}" type="sibTrans" cxnId="{9246E214-F08E-4B5D-8AAE-E8A1DA784EED}">
      <dgm:prSet/>
      <dgm:spPr/>
      <dgm:t>
        <a:bodyPr/>
        <a:lstStyle/>
        <a:p>
          <a:endParaRPr lang="en-US"/>
        </a:p>
      </dgm:t>
    </dgm:pt>
    <dgm:pt modelId="{C96BE120-E2A7-4626-9EA7-D0A2705138C3}">
      <dgm:prSet/>
      <dgm:spPr/>
      <dgm:t>
        <a:bodyPr/>
        <a:lstStyle/>
        <a:p>
          <a:r>
            <a:rPr lang="en-US"/>
            <a:t>Benchmark</a:t>
          </a:r>
        </a:p>
      </dgm:t>
    </dgm:pt>
    <dgm:pt modelId="{30282222-FE66-4649-8041-43FED3525221}" type="parTrans" cxnId="{EE0B6FD7-54B4-43ED-8011-6C81A78F62F2}">
      <dgm:prSet/>
      <dgm:spPr/>
      <dgm:t>
        <a:bodyPr/>
        <a:lstStyle/>
        <a:p>
          <a:endParaRPr lang="en-US"/>
        </a:p>
      </dgm:t>
    </dgm:pt>
    <dgm:pt modelId="{058B057D-ACEE-4663-8680-AEE6575E0C2B}" type="sibTrans" cxnId="{EE0B6FD7-54B4-43ED-8011-6C81A78F62F2}">
      <dgm:prSet/>
      <dgm:spPr/>
      <dgm:t>
        <a:bodyPr/>
        <a:lstStyle/>
        <a:p>
          <a:endParaRPr lang="en-US"/>
        </a:p>
      </dgm:t>
    </dgm:pt>
    <dgm:pt modelId="{9CD5F9F0-CE7F-4C41-8154-3833727E3DA0}">
      <dgm:prSet/>
      <dgm:spPr/>
      <dgm:t>
        <a:bodyPr/>
        <a:lstStyle/>
        <a:p>
          <a:r>
            <a:rPr lang="en-US"/>
            <a:t>Benchmark against global competitors</a:t>
          </a:r>
        </a:p>
      </dgm:t>
    </dgm:pt>
    <dgm:pt modelId="{5896EEA7-DEDE-409B-90A1-D8593AB9D768}" type="parTrans" cxnId="{DA947C43-8A9B-4290-ABB6-CE6D7D92A97E}">
      <dgm:prSet/>
      <dgm:spPr/>
      <dgm:t>
        <a:bodyPr/>
        <a:lstStyle/>
        <a:p>
          <a:endParaRPr lang="en-US"/>
        </a:p>
      </dgm:t>
    </dgm:pt>
    <dgm:pt modelId="{A2BFC15A-A41B-4E3C-BC7C-9D0BCCB883DE}" type="sibTrans" cxnId="{DA947C43-8A9B-4290-ABB6-CE6D7D92A97E}">
      <dgm:prSet/>
      <dgm:spPr/>
      <dgm:t>
        <a:bodyPr/>
        <a:lstStyle/>
        <a:p>
          <a:endParaRPr lang="en-US"/>
        </a:p>
      </dgm:t>
    </dgm:pt>
    <dgm:pt modelId="{4731306D-2851-4F80-823C-36A42FAC739F}">
      <dgm:prSet/>
      <dgm:spPr/>
      <dgm:t>
        <a:bodyPr/>
        <a:lstStyle/>
        <a:p>
          <a:r>
            <a:rPr lang="en-US"/>
            <a:t>Improve</a:t>
          </a:r>
        </a:p>
      </dgm:t>
    </dgm:pt>
    <dgm:pt modelId="{2A7D4F55-F2D5-4EA6-865A-14F7DF681BD2}" type="parTrans" cxnId="{FD654111-7840-4BF7-A5E5-3F21F4E2E3D5}">
      <dgm:prSet/>
      <dgm:spPr/>
      <dgm:t>
        <a:bodyPr/>
        <a:lstStyle/>
        <a:p>
          <a:endParaRPr lang="en-US"/>
        </a:p>
      </dgm:t>
    </dgm:pt>
    <dgm:pt modelId="{4EB8E40F-1D53-4E41-9C38-E8FE7B7A43ED}" type="sibTrans" cxnId="{FD654111-7840-4BF7-A5E5-3F21F4E2E3D5}">
      <dgm:prSet/>
      <dgm:spPr/>
      <dgm:t>
        <a:bodyPr/>
        <a:lstStyle/>
        <a:p>
          <a:endParaRPr lang="en-US"/>
        </a:p>
      </dgm:t>
    </dgm:pt>
    <dgm:pt modelId="{04FC43DB-7F1A-4C45-B612-496573031E2F}">
      <dgm:prSet/>
      <dgm:spPr/>
      <dgm:t>
        <a:bodyPr/>
        <a:lstStyle/>
        <a:p>
          <a:r>
            <a:rPr lang="en-US"/>
            <a:t>Improve resource planning</a:t>
          </a:r>
        </a:p>
      </dgm:t>
    </dgm:pt>
    <dgm:pt modelId="{4FDBA838-A79D-4319-99F7-E7B03368DEF7}" type="parTrans" cxnId="{8F0D9562-699E-4B22-9277-34F6D6E5D6D7}">
      <dgm:prSet/>
      <dgm:spPr/>
      <dgm:t>
        <a:bodyPr/>
        <a:lstStyle/>
        <a:p>
          <a:endParaRPr lang="en-US"/>
        </a:p>
      </dgm:t>
    </dgm:pt>
    <dgm:pt modelId="{09A294DD-4C55-4AB6-8CCA-190BEB5CD03F}" type="sibTrans" cxnId="{8F0D9562-699E-4B22-9277-34F6D6E5D6D7}">
      <dgm:prSet/>
      <dgm:spPr/>
      <dgm:t>
        <a:bodyPr/>
        <a:lstStyle/>
        <a:p>
          <a:endParaRPr lang="en-US"/>
        </a:p>
      </dgm:t>
    </dgm:pt>
    <dgm:pt modelId="{E6297552-6250-4580-B2D6-172772024EB9}" type="pres">
      <dgm:prSet presAssocID="{0A7692E7-036E-43EB-BEF9-850B2B8B5190}" presName="Name0" presStyleCnt="0">
        <dgm:presLayoutVars>
          <dgm:dir/>
          <dgm:animLvl val="lvl"/>
          <dgm:resizeHandles val="exact"/>
        </dgm:presLayoutVars>
      </dgm:prSet>
      <dgm:spPr/>
    </dgm:pt>
    <dgm:pt modelId="{C0129FA0-D82F-425C-87C1-F6445DD7C26D}" type="pres">
      <dgm:prSet presAssocID="{4647774B-C841-4750-9D8A-190CEB62BBD3}" presName="composite" presStyleCnt="0"/>
      <dgm:spPr/>
    </dgm:pt>
    <dgm:pt modelId="{C772389E-8B46-4148-8334-D014016629FD}" type="pres">
      <dgm:prSet presAssocID="{4647774B-C841-4750-9D8A-190CEB62BBD3}" presName="parTx" presStyleLbl="alignNode1" presStyleIdx="0" presStyleCnt="3">
        <dgm:presLayoutVars>
          <dgm:chMax val="0"/>
          <dgm:chPref val="0"/>
        </dgm:presLayoutVars>
      </dgm:prSet>
      <dgm:spPr/>
    </dgm:pt>
    <dgm:pt modelId="{6CFA4372-AF04-4DD9-BE2C-A8633F130062}" type="pres">
      <dgm:prSet presAssocID="{4647774B-C841-4750-9D8A-190CEB62BBD3}" presName="desTx" presStyleLbl="alignAccFollowNode1" presStyleIdx="0" presStyleCnt="3">
        <dgm:presLayoutVars/>
      </dgm:prSet>
      <dgm:spPr/>
    </dgm:pt>
    <dgm:pt modelId="{3BD0B43F-2990-44CF-A463-FDD74C36EB93}" type="pres">
      <dgm:prSet presAssocID="{2E1960BD-3759-49D5-84A9-806A126081E3}" presName="space" presStyleCnt="0"/>
      <dgm:spPr/>
    </dgm:pt>
    <dgm:pt modelId="{9169B4AC-E8F2-47A6-A7B0-9BC5488D57FA}" type="pres">
      <dgm:prSet presAssocID="{C96BE120-E2A7-4626-9EA7-D0A2705138C3}" presName="composite" presStyleCnt="0"/>
      <dgm:spPr/>
    </dgm:pt>
    <dgm:pt modelId="{3324D8ED-7934-4520-AE03-6E2E5D1ACF88}" type="pres">
      <dgm:prSet presAssocID="{C96BE120-E2A7-4626-9EA7-D0A2705138C3}" presName="parTx" presStyleLbl="alignNode1" presStyleIdx="1" presStyleCnt="3">
        <dgm:presLayoutVars>
          <dgm:chMax val="0"/>
          <dgm:chPref val="0"/>
        </dgm:presLayoutVars>
      </dgm:prSet>
      <dgm:spPr/>
    </dgm:pt>
    <dgm:pt modelId="{BB0EEB1E-3E27-4841-B019-5056A97EAD33}" type="pres">
      <dgm:prSet presAssocID="{C96BE120-E2A7-4626-9EA7-D0A2705138C3}" presName="desTx" presStyleLbl="alignAccFollowNode1" presStyleIdx="1" presStyleCnt="3">
        <dgm:presLayoutVars/>
      </dgm:prSet>
      <dgm:spPr/>
    </dgm:pt>
    <dgm:pt modelId="{41951FB5-25B0-4778-B740-96D33309859E}" type="pres">
      <dgm:prSet presAssocID="{058B057D-ACEE-4663-8680-AEE6575E0C2B}" presName="space" presStyleCnt="0"/>
      <dgm:spPr/>
    </dgm:pt>
    <dgm:pt modelId="{F3CBB428-0193-430B-A9B2-9F35CF186B36}" type="pres">
      <dgm:prSet presAssocID="{4731306D-2851-4F80-823C-36A42FAC739F}" presName="composite" presStyleCnt="0"/>
      <dgm:spPr/>
    </dgm:pt>
    <dgm:pt modelId="{FAF089BC-1020-4C67-9D36-831AC6EAE617}" type="pres">
      <dgm:prSet presAssocID="{4731306D-2851-4F80-823C-36A42FAC739F}" presName="parTx" presStyleLbl="alignNode1" presStyleIdx="2" presStyleCnt="3">
        <dgm:presLayoutVars>
          <dgm:chMax val="0"/>
          <dgm:chPref val="0"/>
        </dgm:presLayoutVars>
      </dgm:prSet>
      <dgm:spPr/>
    </dgm:pt>
    <dgm:pt modelId="{CD7EEBFE-B781-4150-94CA-FAEC8154F6F5}" type="pres">
      <dgm:prSet presAssocID="{4731306D-2851-4F80-823C-36A42FAC739F}" presName="desTx" presStyleLbl="alignAccFollowNode1" presStyleIdx="2" presStyleCnt="3">
        <dgm:presLayoutVars/>
      </dgm:prSet>
      <dgm:spPr/>
    </dgm:pt>
  </dgm:ptLst>
  <dgm:cxnLst>
    <dgm:cxn modelId="{FD654111-7840-4BF7-A5E5-3F21F4E2E3D5}" srcId="{0A7692E7-036E-43EB-BEF9-850B2B8B5190}" destId="{4731306D-2851-4F80-823C-36A42FAC739F}" srcOrd="2" destOrd="0" parTransId="{2A7D4F55-F2D5-4EA6-865A-14F7DF681BD2}" sibTransId="{4EB8E40F-1D53-4E41-9C38-E8FE7B7A43ED}"/>
    <dgm:cxn modelId="{9246E214-F08E-4B5D-8AAE-E8A1DA784EED}" srcId="{4647774B-C841-4750-9D8A-190CEB62BBD3}" destId="{389BD0DC-32BF-4D3A-AE22-DFD3C47459C5}" srcOrd="0" destOrd="0" parTransId="{14AAE843-2079-4683-B198-6FF631E7A59B}" sibTransId="{19D1F4B9-7E8B-4B0F-9F7B-D1F8A69884EC}"/>
    <dgm:cxn modelId="{9493EA2B-3D02-474A-98E1-D407F0842AFD}" type="presOf" srcId="{C96BE120-E2A7-4626-9EA7-D0A2705138C3}" destId="{3324D8ED-7934-4520-AE03-6E2E5D1ACF88}" srcOrd="0" destOrd="0" presId="urn:microsoft.com/office/officeart/2016/7/layout/HorizontalActionList"/>
    <dgm:cxn modelId="{8F0D9562-699E-4B22-9277-34F6D6E5D6D7}" srcId="{4731306D-2851-4F80-823C-36A42FAC739F}" destId="{04FC43DB-7F1A-4C45-B612-496573031E2F}" srcOrd="0" destOrd="0" parTransId="{4FDBA838-A79D-4319-99F7-E7B03368DEF7}" sibTransId="{09A294DD-4C55-4AB6-8CCA-190BEB5CD03F}"/>
    <dgm:cxn modelId="{DA947C43-8A9B-4290-ABB6-CE6D7D92A97E}" srcId="{C96BE120-E2A7-4626-9EA7-D0A2705138C3}" destId="{9CD5F9F0-CE7F-4C41-8154-3833727E3DA0}" srcOrd="0" destOrd="0" parTransId="{5896EEA7-DEDE-409B-90A1-D8593AB9D768}" sibTransId="{A2BFC15A-A41B-4E3C-BC7C-9D0BCCB883DE}"/>
    <dgm:cxn modelId="{91181B68-D3C9-46AA-BD26-790EACBD9E90}" type="presOf" srcId="{0A7692E7-036E-43EB-BEF9-850B2B8B5190}" destId="{E6297552-6250-4580-B2D6-172772024EB9}" srcOrd="0" destOrd="0" presId="urn:microsoft.com/office/officeart/2016/7/layout/HorizontalActionList"/>
    <dgm:cxn modelId="{A487AE69-B09B-48BD-8C39-D19E742E0966}" type="presOf" srcId="{4647774B-C841-4750-9D8A-190CEB62BBD3}" destId="{C772389E-8B46-4148-8334-D014016629FD}" srcOrd="0" destOrd="0" presId="urn:microsoft.com/office/officeart/2016/7/layout/HorizontalActionList"/>
    <dgm:cxn modelId="{A0C07751-7800-487A-AB34-F188B2D23119}" type="presOf" srcId="{9CD5F9F0-CE7F-4C41-8154-3833727E3DA0}" destId="{BB0EEB1E-3E27-4841-B019-5056A97EAD33}" srcOrd="0" destOrd="0" presId="urn:microsoft.com/office/officeart/2016/7/layout/HorizontalActionList"/>
    <dgm:cxn modelId="{99FCBAC3-C201-4374-8996-1028E93CB585}" type="presOf" srcId="{04FC43DB-7F1A-4C45-B612-496573031E2F}" destId="{CD7EEBFE-B781-4150-94CA-FAEC8154F6F5}" srcOrd="0" destOrd="0" presId="urn:microsoft.com/office/officeart/2016/7/layout/HorizontalActionList"/>
    <dgm:cxn modelId="{06941DCE-3FBE-44C0-BA53-302EB6BD03DF}" type="presOf" srcId="{4731306D-2851-4F80-823C-36A42FAC739F}" destId="{FAF089BC-1020-4C67-9D36-831AC6EAE617}" srcOrd="0" destOrd="0" presId="urn:microsoft.com/office/officeart/2016/7/layout/HorizontalActionList"/>
    <dgm:cxn modelId="{EE0B6FD7-54B4-43ED-8011-6C81A78F62F2}" srcId="{0A7692E7-036E-43EB-BEF9-850B2B8B5190}" destId="{C96BE120-E2A7-4626-9EA7-D0A2705138C3}" srcOrd="1" destOrd="0" parTransId="{30282222-FE66-4649-8041-43FED3525221}" sibTransId="{058B057D-ACEE-4663-8680-AEE6575E0C2B}"/>
    <dgm:cxn modelId="{691A22DA-2488-474A-97D9-F73C9AC28715}" srcId="{0A7692E7-036E-43EB-BEF9-850B2B8B5190}" destId="{4647774B-C841-4750-9D8A-190CEB62BBD3}" srcOrd="0" destOrd="0" parTransId="{66DF05F4-AE45-4AA9-9366-F19840DA98A2}" sibTransId="{2E1960BD-3759-49D5-84A9-806A126081E3}"/>
    <dgm:cxn modelId="{7D1540E2-5B50-46A8-83E0-7258DACD674A}" type="presOf" srcId="{389BD0DC-32BF-4D3A-AE22-DFD3C47459C5}" destId="{6CFA4372-AF04-4DD9-BE2C-A8633F130062}" srcOrd="0" destOrd="0" presId="urn:microsoft.com/office/officeart/2016/7/layout/HorizontalActionList"/>
    <dgm:cxn modelId="{477E2386-37A0-4905-A65D-FF78EB83998D}" type="presParOf" srcId="{E6297552-6250-4580-B2D6-172772024EB9}" destId="{C0129FA0-D82F-425C-87C1-F6445DD7C26D}" srcOrd="0" destOrd="0" presId="urn:microsoft.com/office/officeart/2016/7/layout/HorizontalActionList"/>
    <dgm:cxn modelId="{AF3DEE4C-C466-40D2-B0D5-58A625D0A5B6}" type="presParOf" srcId="{C0129FA0-D82F-425C-87C1-F6445DD7C26D}" destId="{C772389E-8B46-4148-8334-D014016629FD}" srcOrd="0" destOrd="0" presId="urn:microsoft.com/office/officeart/2016/7/layout/HorizontalActionList"/>
    <dgm:cxn modelId="{1E948EC2-F651-4C78-9783-1838F80E3B8E}" type="presParOf" srcId="{C0129FA0-D82F-425C-87C1-F6445DD7C26D}" destId="{6CFA4372-AF04-4DD9-BE2C-A8633F130062}" srcOrd="1" destOrd="0" presId="urn:microsoft.com/office/officeart/2016/7/layout/HorizontalActionList"/>
    <dgm:cxn modelId="{39B47610-C312-4791-A4EA-4974D2A42DCC}" type="presParOf" srcId="{E6297552-6250-4580-B2D6-172772024EB9}" destId="{3BD0B43F-2990-44CF-A463-FDD74C36EB93}" srcOrd="1" destOrd="0" presId="urn:microsoft.com/office/officeart/2016/7/layout/HorizontalActionList"/>
    <dgm:cxn modelId="{20F67E2D-CA0D-4CD6-95FC-A48CB2EE01E1}" type="presParOf" srcId="{E6297552-6250-4580-B2D6-172772024EB9}" destId="{9169B4AC-E8F2-47A6-A7B0-9BC5488D57FA}" srcOrd="2" destOrd="0" presId="urn:microsoft.com/office/officeart/2016/7/layout/HorizontalActionList"/>
    <dgm:cxn modelId="{414BDA55-12A7-442B-89EB-5ED7D32C0C83}" type="presParOf" srcId="{9169B4AC-E8F2-47A6-A7B0-9BC5488D57FA}" destId="{3324D8ED-7934-4520-AE03-6E2E5D1ACF88}" srcOrd="0" destOrd="0" presId="urn:microsoft.com/office/officeart/2016/7/layout/HorizontalActionList"/>
    <dgm:cxn modelId="{1B72198A-A603-4738-B6EF-C0F698AC2915}" type="presParOf" srcId="{9169B4AC-E8F2-47A6-A7B0-9BC5488D57FA}" destId="{BB0EEB1E-3E27-4841-B019-5056A97EAD33}" srcOrd="1" destOrd="0" presId="urn:microsoft.com/office/officeart/2016/7/layout/HorizontalActionList"/>
    <dgm:cxn modelId="{50EEC9E4-064C-465E-A760-43EC9438EDDF}" type="presParOf" srcId="{E6297552-6250-4580-B2D6-172772024EB9}" destId="{41951FB5-25B0-4778-B740-96D33309859E}" srcOrd="3" destOrd="0" presId="urn:microsoft.com/office/officeart/2016/7/layout/HorizontalActionList"/>
    <dgm:cxn modelId="{5C3A10FD-B377-498B-8D37-8C7912E598DF}" type="presParOf" srcId="{E6297552-6250-4580-B2D6-172772024EB9}" destId="{F3CBB428-0193-430B-A9B2-9F35CF186B36}" srcOrd="4" destOrd="0" presId="urn:microsoft.com/office/officeart/2016/7/layout/HorizontalActionList"/>
    <dgm:cxn modelId="{536F91DF-B3D9-45DF-9380-A4BA14166A0A}" type="presParOf" srcId="{F3CBB428-0193-430B-A9B2-9F35CF186B36}" destId="{FAF089BC-1020-4C67-9D36-831AC6EAE617}" srcOrd="0" destOrd="0" presId="urn:microsoft.com/office/officeart/2016/7/layout/HorizontalActionList"/>
    <dgm:cxn modelId="{5C21DEA2-C855-4F36-8D93-A87FC42AC923}" type="presParOf" srcId="{F3CBB428-0193-430B-A9B2-9F35CF186B36}" destId="{CD7EEBFE-B781-4150-94CA-FAEC8154F6F5}" srcOrd="1" destOrd="0" presId="urn:microsoft.com/office/officeart/2016/7/layout/Horizontal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FB3268F-8F5B-44AC-A22E-2CA9A0A09B1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75BA2913-5A57-4C8F-A657-96AC301ED9DE}">
      <dgm:prSet/>
      <dgm:spPr/>
      <dgm:t>
        <a:bodyPr/>
        <a:lstStyle/>
        <a:p>
          <a:r>
            <a:rPr lang="en-GB"/>
            <a:t>Missing weight data in several sports</a:t>
          </a:r>
          <a:endParaRPr lang="en-US"/>
        </a:p>
      </dgm:t>
    </dgm:pt>
    <dgm:pt modelId="{C392ACA4-1B81-4045-A726-D81083296C01}" type="parTrans" cxnId="{B8D4A821-2210-49F7-95E2-FE12A2304A4C}">
      <dgm:prSet/>
      <dgm:spPr/>
      <dgm:t>
        <a:bodyPr/>
        <a:lstStyle/>
        <a:p>
          <a:endParaRPr lang="en-US"/>
        </a:p>
      </dgm:t>
    </dgm:pt>
    <dgm:pt modelId="{0262B1F8-F4FC-44CB-8721-52651C742E8A}" type="sibTrans" cxnId="{B8D4A821-2210-49F7-95E2-FE12A2304A4C}">
      <dgm:prSet/>
      <dgm:spPr/>
      <dgm:t>
        <a:bodyPr/>
        <a:lstStyle/>
        <a:p>
          <a:endParaRPr lang="en-US"/>
        </a:p>
      </dgm:t>
    </dgm:pt>
    <dgm:pt modelId="{B1CFF072-C57E-48C1-B903-4D9843BF900B}">
      <dgm:prSet/>
      <dgm:spPr/>
      <dgm:t>
        <a:bodyPr/>
        <a:lstStyle/>
        <a:p>
          <a:r>
            <a:rPr lang="en-GB"/>
            <a:t>Inconsistent reporting across countries</a:t>
          </a:r>
          <a:endParaRPr lang="en-US"/>
        </a:p>
      </dgm:t>
    </dgm:pt>
    <dgm:pt modelId="{0211388D-2514-420A-8536-39F367AFC1F5}" type="parTrans" cxnId="{2B08D753-7054-4BB9-9347-B8126D961BAC}">
      <dgm:prSet/>
      <dgm:spPr/>
      <dgm:t>
        <a:bodyPr/>
        <a:lstStyle/>
        <a:p>
          <a:endParaRPr lang="en-US"/>
        </a:p>
      </dgm:t>
    </dgm:pt>
    <dgm:pt modelId="{B26E4195-64DD-4B2C-80D1-1ED600F8820F}" type="sibTrans" cxnId="{2B08D753-7054-4BB9-9347-B8126D961BAC}">
      <dgm:prSet/>
      <dgm:spPr/>
      <dgm:t>
        <a:bodyPr/>
        <a:lstStyle/>
        <a:p>
          <a:endParaRPr lang="en-US"/>
        </a:p>
      </dgm:t>
    </dgm:pt>
    <dgm:pt modelId="{E526223B-E653-43D5-A765-3ADB2B02FE26}">
      <dgm:prSet/>
      <dgm:spPr/>
      <dgm:t>
        <a:bodyPr/>
        <a:lstStyle/>
        <a:p>
          <a:r>
            <a:rPr lang="en-GB"/>
            <a:t>GDP not adjusted for population</a:t>
          </a:r>
          <a:endParaRPr lang="en-US"/>
        </a:p>
      </dgm:t>
    </dgm:pt>
    <dgm:pt modelId="{543C95E9-90EC-436D-8009-F835C7DF2B52}" type="parTrans" cxnId="{9C518FBC-BD15-4428-A9C6-6FD2E7F29241}">
      <dgm:prSet/>
      <dgm:spPr/>
      <dgm:t>
        <a:bodyPr/>
        <a:lstStyle/>
        <a:p>
          <a:endParaRPr lang="en-US"/>
        </a:p>
      </dgm:t>
    </dgm:pt>
    <dgm:pt modelId="{7EE8C900-BF2D-43D6-93A8-00FD471BACA5}" type="sibTrans" cxnId="{9C518FBC-BD15-4428-A9C6-6FD2E7F29241}">
      <dgm:prSet/>
      <dgm:spPr/>
      <dgm:t>
        <a:bodyPr/>
        <a:lstStyle/>
        <a:p>
          <a:endParaRPr lang="en-US"/>
        </a:p>
      </dgm:t>
    </dgm:pt>
    <dgm:pt modelId="{E8932B03-3838-4E38-9C2B-07939B6A5759}">
      <dgm:prSet/>
      <dgm:spPr/>
      <dgm:t>
        <a:bodyPr/>
        <a:lstStyle/>
        <a:p>
          <a:r>
            <a:rPr lang="en-GB"/>
            <a:t>Some athletes missing demographic fields</a:t>
          </a:r>
          <a:endParaRPr lang="en-US"/>
        </a:p>
      </dgm:t>
    </dgm:pt>
    <dgm:pt modelId="{C8380B8C-E822-4C98-8F45-D3BE5A528CB4}" type="parTrans" cxnId="{BF2874F1-5A8F-4077-BC70-39DB48B5B024}">
      <dgm:prSet/>
      <dgm:spPr/>
      <dgm:t>
        <a:bodyPr/>
        <a:lstStyle/>
        <a:p>
          <a:endParaRPr lang="en-US"/>
        </a:p>
      </dgm:t>
    </dgm:pt>
    <dgm:pt modelId="{113C788A-0479-4294-BCE0-06587843062E}" type="sibTrans" cxnId="{BF2874F1-5A8F-4077-BC70-39DB48B5B024}">
      <dgm:prSet/>
      <dgm:spPr/>
      <dgm:t>
        <a:bodyPr/>
        <a:lstStyle/>
        <a:p>
          <a:endParaRPr lang="en-US"/>
        </a:p>
      </dgm:t>
    </dgm:pt>
    <dgm:pt modelId="{1D5781E5-814D-4D22-B6E2-9463EC21C633}">
      <dgm:prSet/>
      <dgm:spPr/>
      <dgm:t>
        <a:bodyPr/>
        <a:lstStyle/>
        <a:p>
          <a:r>
            <a:rPr lang="en-GB"/>
            <a:t>“Unknown” values used to avoid bias</a:t>
          </a:r>
          <a:endParaRPr lang="en-US"/>
        </a:p>
      </dgm:t>
    </dgm:pt>
    <dgm:pt modelId="{E076CB83-15E4-44BA-8A0F-0D0B64B19856}" type="parTrans" cxnId="{6D185935-30F3-43DB-AED7-B069BFC02818}">
      <dgm:prSet/>
      <dgm:spPr/>
      <dgm:t>
        <a:bodyPr/>
        <a:lstStyle/>
        <a:p>
          <a:endParaRPr lang="en-US"/>
        </a:p>
      </dgm:t>
    </dgm:pt>
    <dgm:pt modelId="{47713B8D-2EFE-484F-8F46-12D1F3A5F5B4}" type="sibTrans" cxnId="{6D185935-30F3-43DB-AED7-B069BFC02818}">
      <dgm:prSet/>
      <dgm:spPr/>
      <dgm:t>
        <a:bodyPr/>
        <a:lstStyle/>
        <a:p>
          <a:endParaRPr lang="en-US"/>
        </a:p>
      </dgm:t>
    </dgm:pt>
    <dgm:pt modelId="{B0B82B9A-47D1-42AC-9F58-CC2719903A3E}" type="pres">
      <dgm:prSet presAssocID="{4FB3268F-8F5B-44AC-A22E-2CA9A0A09B19}" presName="linear" presStyleCnt="0">
        <dgm:presLayoutVars>
          <dgm:animLvl val="lvl"/>
          <dgm:resizeHandles val="exact"/>
        </dgm:presLayoutVars>
      </dgm:prSet>
      <dgm:spPr/>
    </dgm:pt>
    <dgm:pt modelId="{831D95D4-A642-449D-B67F-E69C525D19FF}" type="pres">
      <dgm:prSet presAssocID="{75BA2913-5A57-4C8F-A657-96AC301ED9DE}" presName="parentText" presStyleLbl="node1" presStyleIdx="0" presStyleCnt="5">
        <dgm:presLayoutVars>
          <dgm:chMax val="0"/>
          <dgm:bulletEnabled val="1"/>
        </dgm:presLayoutVars>
      </dgm:prSet>
      <dgm:spPr/>
    </dgm:pt>
    <dgm:pt modelId="{F7C8DAFB-C142-498D-A4CE-16A25AD13EF9}" type="pres">
      <dgm:prSet presAssocID="{0262B1F8-F4FC-44CB-8721-52651C742E8A}" presName="spacer" presStyleCnt="0"/>
      <dgm:spPr/>
    </dgm:pt>
    <dgm:pt modelId="{8DE825FC-10D5-4281-BD1C-F4668BED0B8A}" type="pres">
      <dgm:prSet presAssocID="{B1CFF072-C57E-48C1-B903-4D9843BF900B}" presName="parentText" presStyleLbl="node1" presStyleIdx="1" presStyleCnt="5">
        <dgm:presLayoutVars>
          <dgm:chMax val="0"/>
          <dgm:bulletEnabled val="1"/>
        </dgm:presLayoutVars>
      </dgm:prSet>
      <dgm:spPr/>
    </dgm:pt>
    <dgm:pt modelId="{56EE509D-8238-4188-873F-6B475BE7EE54}" type="pres">
      <dgm:prSet presAssocID="{B26E4195-64DD-4B2C-80D1-1ED600F8820F}" presName="spacer" presStyleCnt="0"/>
      <dgm:spPr/>
    </dgm:pt>
    <dgm:pt modelId="{D08AA811-4BA8-4884-A8A5-8700B68F5BD6}" type="pres">
      <dgm:prSet presAssocID="{E526223B-E653-43D5-A765-3ADB2B02FE26}" presName="parentText" presStyleLbl="node1" presStyleIdx="2" presStyleCnt="5">
        <dgm:presLayoutVars>
          <dgm:chMax val="0"/>
          <dgm:bulletEnabled val="1"/>
        </dgm:presLayoutVars>
      </dgm:prSet>
      <dgm:spPr/>
    </dgm:pt>
    <dgm:pt modelId="{5F53FDBA-40B4-46A8-8A68-3E812C745A8A}" type="pres">
      <dgm:prSet presAssocID="{7EE8C900-BF2D-43D6-93A8-00FD471BACA5}" presName="spacer" presStyleCnt="0"/>
      <dgm:spPr/>
    </dgm:pt>
    <dgm:pt modelId="{05B042CF-CBC0-411B-BA00-62FAB71B209F}" type="pres">
      <dgm:prSet presAssocID="{E8932B03-3838-4E38-9C2B-07939B6A5759}" presName="parentText" presStyleLbl="node1" presStyleIdx="3" presStyleCnt="5">
        <dgm:presLayoutVars>
          <dgm:chMax val="0"/>
          <dgm:bulletEnabled val="1"/>
        </dgm:presLayoutVars>
      </dgm:prSet>
      <dgm:spPr/>
    </dgm:pt>
    <dgm:pt modelId="{C3837E77-9062-4088-8696-FD040A1696BC}" type="pres">
      <dgm:prSet presAssocID="{113C788A-0479-4294-BCE0-06587843062E}" presName="spacer" presStyleCnt="0"/>
      <dgm:spPr/>
    </dgm:pt>
    <dgm:pt modelId="{8FE802C3-F514-44EE-ADA9-77166F304055}" type="pres">
      <dgm:prSet presAssocID="{1D5781E5-814D-4D22-B6E2-9463EC21C633}" presName="parentText" presStyleLbl="node1" presStyleIdx="4" presStyleCnt="5">
        <dgm:presLayoutVars>
          <dgm:chMax val="0"/>
          <dgm:bulletEnabled val="1"/>
        </dgm:presLayoutVars>
      </dgm:prSet>
      <dgm:spPr/>
    </dgm:pt>
  </dgm:ptLst>
  <dgm:cxnLst>
    <dgm:cxn modelId="{B8D4A821-2210-49F7-95E2-FE12A2304A4C}" srcId="{4FB3268F-8F5B-44AC-A22E-2CA9A0A09B19}" destId="{75BA2913-5A57-4C8F-A657-96AC301ED9DE}" srcOrd="0" destOrd="0" parTransId="{C392ACA4-1B81-4045-A726-D81083296C01}" sibTransId="{0262B1F8-F4FC-44CB-8721-52651C742E8A}"/>
    <dgm:cxn modelId="{6D185935-30F3-43DB-AED7-B069BFC02818}" srcId="{4FB3268F-8F5B-44AC-A22E-2CA9A0A09B19}" destId="{1D5781E5-814D-4D22-B6E2-9463EC21C633}" srcOrd="4" destOrd="0" parTransId="{E076CB83-15E4-44BA-8A0F-0D0B64B19856}" sibTransId="{47713B8D-2EFE-484F-8F46-12D1F3A5F5B4}"/>
    <dgm:cxn modelId="{0C11EF70-F558-4A70-9030-DC7B36CF9D38}" type="presOf" srcId="{E8932B03-3838-4E38-9C2B-07939B6A5759}" destId="{05B042CF-CBC0-411B-BA00-62FAB71B209F}" srcOrd="0" destOrd="0" presId="urn:microsoft.com/office/officeart/2005/8/layout/vList2"/>
    <dgm:cxn modelId="{2B08D753-7054-4BB9-9347-B8126D961BAC}" srcId="{4FB3268F-8F5B-44AC-A22E-2CA9A0A09B19}" destId="{B1CFF072-C57E-48C1-B903-4D9843BF900B}" srcOrd="1" destOrd="0" parTransId="{0211388D-2514-420A-8536-39F367AFC1F5}" sibTransId="{B26E4195-64DD-4B2C-80D1-1ED600F8820F}"/>
    <dgm:cxn modelId="{091A9E7E-3C83-4A35-8951-A0B20DA270D8}" type="presOf" srcId="{4FB3268F-8F5B-44AC-A22E-2CA9A0A09B19}" destId="{B0B82B9A-47D1-42AC-9F58-CC2719903A3E}" srcOrd="0" destOrd="0" presId="urn:microsoft.com/office/officeart/2005/8/layout/vList2"/>
    <dgm:cxn modelId="{B00349A6-65EA-412D-BA3C-1E2DC74D836F}" type="presOf" srcId="{E526223B-E653-43D5-A765-3ADB2B02FE26}" destId="{D08AA811-4BA8-4884-A8A5-8700B68F5BD6}" srcOrd="0" destOrd="0" presId="urn:microsoft.com/office/officeart/2005/8/layout/vList2"/>
    <dgm:cxn modelId="{9C518FBC-BD15-4428-A9C6-6FD2E7F29241}" srcId="{4FB3268F-8F5B-44AC-A22E-2CA9A0A09B19}" destId="{E526223B-E653-43D5-A765-3ADB2B02FE26}" srcOrd="2" destOrd="0" parTransId="{543C95E9-90EC-436D-8009-F835C7DF2B52}" sibTransId="{7EE8C900-BF2D-43D6-93A8-00FD471BACA5}"/>
    <dgm:cxn modelId="{36F2FABC-E87F-444E-8500-1F5D9769FAA0}" type="presOf" srcId="{1D5781E5-814D-4D22-B6E2-9463EC21C633}" destId="{8FE802C3-F514-44EE-ADA9-77166F304055}" srcOrd="0" destOrd="0" presId="urn:microsoft.com/office/officeart/2005/8/layout/vList2"/>
    <dgm:cxn modelId="{65D68ADF-260C-440C-A1B2-0EFB119CB76D}" type="presOf" srcId="{B1CFF072-C57E-48C1-B903-4D9843BF900B}" destId="{8DE825FC-10D5-4281-BD1C-F4668BED0B8A}" srcOrd="0" destOrd="0" presId="urn:microsoft.com/office/officeart/2005/8/layout/vList2"/>
    <dgm:cxn modelId="{BF2874F1-5A8F-4077-BC70-39DB48B5B024}" srcId="{4FB3268F-8F5B-44AC-A22E-2CA9A0A09B19}" destId="{E8932B03-3838-4E38-9C2B-07939B6A5759}" srcOrd="3" destOrd="0" parTransId="{C8380B8C-E822-4C98-8F45-D3BE5A528CB4}" sibTransId="{113C788A-0479-4294-BCE0-06587843062E}"/>
    <dgm:cxn modelId="{8D0B97F2-0A90-47D9-B73F-58B0B89BCAAE}" type="presOf" srcId="{75BA2913-5A57-4C8F-A657-96AC301ED9DE}" destId="{831D95D4-A642-449D-B67F-E69C525D19FF}" srcOrd="0" destOrd="0" presId="urn:microsoft.com/office/officeart/2005/8/layout/vList2"/>
    <dgm:cxn modelId="{893B0F64-0A4A-4946-92C3-3CDED216D04B}" type="presParOf" srcId="{B0B82B9A-47D1-42AC-9F58-CC2719903A3E}" destId="{831D95D4-A642-449D-B67F-E69C525D19FF}" srcOrd="0" destOrd="0" presId="urn:microsoft.com/office/officeart/2005/8/layout/vList2"/>
    <dgm:cxn modelId="{D4AFFBD5-6F6B-4DEC-9B02-2D4B39242F19}" type="presParOf" srcId="{B0B82B9A-47D1-42AC-9F58-CC2719903A3E}" destId="{F7C8DAFB-C142-498D-A4CE-16A25AD13EF9}" srcOrd="1" destOrd="0" presId="urn:microsoft.com/office/officeart/2005/8/layout/vList2"/>
    <dgm:cxn modelId="{C8108A93-9875-4ABB-9E68-3417C61DE22D}" type="presParOf" srcId="{B0B82B9A-47D1-42AC-9F58-CC2719903A3E}" destId="{8DE825FC-10D5-4281-BD1C-F4668BED0B8A}" srcOrd="2" destOrd="0" presId="urn:microsoft.com/office/officeart/2005/8/layout/vList2"/>
    <dgm:cxn modelId="{C2F6CEFE-F774-49F6-B278-933A4283EFA9}" type="presParOf" srcId="{B0B82B9A-47D1-42AC-9F58-CC2719903A3E}" destId="{56EE509D-8238-4188-873F-6B475BE7EE54}" srcOrd="3" destOrd="0" presId="urn:microsoft.com/office/officeart/2005/8/layout/vList2"/>
    <dgm:cxn modelId="{81BBCC26-EEED-4BD5-80B8-9BFE050B07AC}" type="presParOf" srcId="{B0B82B9A-47D1-42AC-9F58-CC2719903A3E}" destId="{D08AA811-4BA8-4884-A8A5-8700B68F5BD6}" srcOrd="4" destOrd="0" presId="urn:microsoft.com/office/officeart/2005/8/layout/vList2"/>
    <dgm:cxn modelId="{C23F0854-BBC1-4D68-ADA8-70381E545914}" type="presParOf" srcId="{B0B82B9A-47D1-42AC-9F58-CC2719903A3E}" destId="{5F53FDBA-40B4-46A8-8A68-3E812C745A8A}" srcOrd="5" destOrd="0" presId="urn:microsoft.com/office/officeart/2005/8/layout/vList2"/>
    <dgm:cxn modelId="{36806B89-5AFC-4B14-A604-3E4D07FCA266}" type="presParOf" srcId="{B0B82B9A-47D1-42AC-9F58-CC2719903A3E}" destId="{05B042CF-CBC0-411B-BA00-62FAB71B209F}" srcOrd="6" destOrd="0" presId="urn:microsoft.com/office/officeart/2005/8/layout/vList2"/>
    <dgm:cxn modelId="{84CB3DB8-5D18-4866-86B7-DBDEDB887649}" type="presParOf" srcId="{B0B82B9A-47D1-42AC-9F58-CC2719903A3E}" destId="{C3837E77-9062-4088-8696-FD040A1696BC}" srcOrd="7" destOrd="0" presId="urn:microsoft.com/office/officeart/2005/8/layout/vList2"/>
    <dgm:cxn modelId="{43576AC1-0DF2-4559-A8B9-DE1D6DFFD49C}" type="presParOf" srcId="{B0B82B9A-47D1-42AC-9F58-CC2719903A3E}" destId="{8FE802C3-F514-44EE-ADA9-77166F304055}"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F00E824-679A-429D-809C-F67138939C9E}"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4F415535-7096-463B-9E7C-5AF522503392}">
      <dgm:prSet/>
      <dgm:spPr/>
      <dgm:t>
        <a:bodyPr/>
        <a:lstStyle/>
        <a:p>
          <a:pPr>
            <a:lnSpc>
              <a:spcPct val="100000"/>
            </a:lnSpc>
          </a:pPr>
          <a:r>
            <a:rPr lang="en-GB"/>
            <a:t>Add more historical Olympics</a:t>
          </a:r>
          <a:endParaRPr lang="en-US"/>
        </a:p>
      </dgm:t>
    </dgm:pt>
    <dgm:pt modelId="{6E676D02-873C-4B63-A776-41B3F69BE418}" type="parTrans" cxnId="{F52C7F92-9001-4D6B-B57F-0DA40193427E}">
      <dgm:prSet/>
      <dgm:spPr/>
      <dgm:t>
        <a:bodyPr/>
        <a:lstStyle/>
        <a:p>
          <a:endParaRPr lang="en-US"/>
        </a:p>
      </dgm:t>
    </dgm:pt>
    <dgm:pt modelId="{9D499D04-7A57-4A40-89B6-4358A6630D53}" type="sibTrans" cxnId="{F52C7F92-9001-4D6B-B57F-0DA40193427E}">
      <dgm:prSet/>
      <dgm:spPr/>
      <dgm:t>
        <a:bodyPr/>
        <a:lstStyle/>
        <a:p>
          <a:pPr>
            <a:lnSpc>
              <a:spcPct val="100000"/>
            </a:lnSpc>
          </a:pPr>
          <a:endParaRPr lang="en-US"/>
        </a:p>
      </dgm:t>
    </dgm:pt>
    <dgm:pt modelId="{77997025-227F-4420-A105-3792657FD9F7}">
      <dgm:prSet/>
      <dgm:spPr/>
      <dgm:t>
        <a:bodyPr/>
        <a:lstStyle/>
        <a:p>
          <a:pPr>
            <a:lnSpc>
              <a:spcPct val="100000"/>
            </a:lnSpc>
          </a:pPr>
          <a:r>
            <a:rPr lang="en-GB"/>
            <a:t>Include injury or performance metrics</a:t>
          </a:r>
          <a:endParaRPr lang="en-US"/>
        </a:p>
      </dgm:t>
    </dgm:pt>
    <dgm:pt modelId="{86B07E55-F9F2-4600-AC4F-C869FEA313E5}" type="parTrans" cxnId="{57A448D7-2228-4CED-80F7-55151F2CA4A2}">
      <dgm:prSet/>
      <dgm:spPr/>
      <dgm:t>
        <a:bodyPr/>
        <a:lstStyle/>
        <a:p>
          <a:endParaRPr lang="en-US"/>
        </a:p>
      </dgm:t>
    </dgm:pt>
    <dgm:pt modelId="{5B71DE35-B572-475D-B43A-2C6ED9A792D8}" type="sibTrans" cxnId="{57A448D7-2228-4CED-80F7-55151F2CA4A2}">
      <dgm:prSet/>
      <dgm:spPr/>
      <dgm:t>
        <a:bodyPr/>
        <a:lstStyle/>
        <a:p>
          <a:pPr>
            <a:lnSpc>
              <a:spcPct val="100000"/>
            </a:lnSpc>
          </a:pPr>
          <a:endParaRPr lang="en-US"/>
        </a:p>
      </dgm:t>
    </dgm:pt>
    <dgm:pt modelId="{14E540C5-AFA6-489D-AC48-AB12C7438A28}">
      <dgm:prSet/>
      <dgm:spPr/>
      <dgm:t>
        <a:bodyPr/>
        <a:lstStyle/>
        <a:p>
          <a:pPr>
            <a:lnSpc>
              <a:spcPct val="100000"/>
            </a:lnSpc>
          </a:pPr>
          <a:r>
            <a:rPr lang="en-GB"/>
            <a:t>Conduct predictive modeling for medal outcomes</a:t>
          </a:r>
          <a:endParaRPr lang="en-US"/>
        </a:p>
      </dgm:t>
    </dgm:pt>
    <dgm:pt modelId="{B46F703B-F325-47BD-A52D-FAE5D0EF5034}" type="parTrans" cxnId="{1EFC137C-FE9C-4E90-9603-71A04B780083}">
      <dgm:prSet/>
      <dgm:spPr/>
      <dgm:t>
        <a:bodyPr/>
        <a:lstStyle/>
        <a:p>
          <a:endParaRPr lang="en-US"/>
        </a:p>
      </dgm:t>
    </dgm:pt>
    <dgm:pt modelId="{779BE006-44A9-453D-8045-9492BA3895CE}" type="sibTrans" cxnId="{1EFC137C-FE9C-4E90-9603-71A04B780083}">
      <dgm:prSet/>
      <dgm:spPr/>
      <dgm:t>
        <a:bodyPr/>
        <a:lstStyle/>
        <a:p>
          <a:pPr>
            <a:lnSpc>
              <a:spcPct val="100000"/>
            </a:lnSpc>
          </a:pPr>
          <a:endParaRPr lang="en-US"/>
        </a:p>
      </dgm:t>
    </dgm:pt>
    <dgm:pt modelId="{F7D7F23F-9356-495B-857E-C2FB8E7CC2A4}">
      <dgm:prSet/>
      <dgm:spPr/>
      <dgm:t>
        <a:bodyPr/>
        <a:lstStyle/>
        <a:p>
          <a:pPr>
            <a:lnSpc>
              <a:spcPct val="100000"/>
            </a:lnSpc>
          </a:pPr>
          <a:r>
            <a:rPr lang="en-GB"/>
            <a:t>Analyze impact of new or removed sports</a:t>
          </a:r>
          <a:endParaRPr lang="en-US"/>
        </a:p>
      </dgm:t>
    </dgm:pt>
    <dgm:pt modelId="{BDF6C93F-C62D-49BB-ADBF-34332C598366}" type="parTrans" cxnId="{10BB81CD-B10B-4074-A97B-C56F88767223}">
      <dgm:prSet/>
      <dgm:spPr/>
      <dgm:t>
        <a:bodyPr/>
        <a:lstStyle/>
        <a:p>
          <a:endParaRPr lang="en-US"/>
        </a:p>
      </dgm:t>
    </dgm:pt>
    <dgm:pt modelId="{06BDC79A-ABC4-4D5C-99DD-4FB472DE0917}" type="sibTrans" cxnId="{10BB81CD-B10B-4074-A97B-C56F88767223}">
      <dgm:prSet/>
      <dgm:spPr/>
      <dgm:t>
        <a:bodyPr/>
        <a:lstStyle/>
        <a:p>
          <a:endParaRPr lang="en-US"/>
        </a:p>
      </dgm:t>
    </dgm:pt>
    <dgm:pt modelId="{23FA0D1F-38EB-4B66-BFBC-00F0AB903F7A}" type="pres">
      <dgm:prSet presAssocID="{DF00E824-679A-429D-809C-F67138939C9E}" presName="root" presStyleCnt="0">
        <dgm:presLayoutVars>
          <dgm:dir/>
          <dgm:resizeHandles val="exact"/>
        </dgm:presLayoutVars>
      </dgm:prSet>
      <dgm:spPr/>
    </dgm:pt>
    <dgm:pt modelId="{659D10D2-362F-4119-8933-AA7AC8A4ED16}" type="pres">
      <dgm:prSet presAssocID="{DF00E824-679A-429D-809C-F67138939C9E}" presName="container" presStyleCnt="0">
        <dgm:presLayoutVars>
          <dgm:dir/>
          <dgm:resizeHandles val="exact"/>
        </dgm:presLayoutVars>
      </dgm:prSet>
      <dgm:spPr/>
    </dgm:pt>
    <dgm:pt modelId="{B6A03071-6AAD-4FF2-8828-E1583F62F57C}" type="pres">
      <dgm:prSet presAssocID="{4F415535-7096-463B-9E7C-5AF522503392}" presName="compNode" presStyleCnt="0"/>
      <dgm:spPr/>
    </dgm:pt>
    <dgm:pt modelId="{43926AB7-C3FD-4A5E-B3E7-D8904D047F56}" type="pres">
      <dgm:prSet presAssocID="{4F415535-7096-463B-9E7C-5AF522503392}" presName="iconBgRect" presStyleLbl="bgShp" presStyleIdx="0" presStyleCnt="4"/>
      <dgm:spPr/>
    </dgm:pt>
    <dgm:pt modelId="{86845D80-39F0-4300-AAE6-C757A1940C80}" type="pres">
      <dgm:prSet presAssocID="{4F415535-7096-463B-9E7C-5AF52250339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edal"/>
        </a:ext>
      </dgm:extLst>
    </dgm:pt>
    <dgm:pt modelId="{7D9774D7-9668-489E-BA91-C60399C014CD}" type="pres">
      <dgm:prSet presAssocID="{4F415535-7096-463B-9E7C-5AF522503392}" presName="spaceRect" presStyleCnt="0"/>
      <dgm:spPr/>
    </dgm:pt>
    <dgm:pt modelId="{468FCC89-1825-4CE0-A286-157C748899D3}" type="pres">
      <dgm:prSet presAssocID="{4F415535-7096-463B-9E7C-5AF522503392}" presName="textRect" presStyleLbl="revTx" presStyleIdx="0" presStyleCnt="4">
        <dgm:presLayoutVars>
          <dgm:chMax val="1"/>
          <dgm:chPref val="1"/>
        </dgm:presLayoutVars>
      </dgm:prSet>
      <dgm:spPr/>
    </dgm:pt>
    <dgm:pt modelId="{CBBD2A40-4E80-49A0-8D91-8FF5E063EBDE}" type="pres">
      <dgm:prSet presAssocID="{9D499D04-7A57-4A40-89B6-4358A6630D53}" presName="sibTrans" presStyleLbl="sibTrans2D1" presStyleIdx="0" presStyleCnt="0"/>
      <dgm:spPr/>
    </dgm:pt>
    <dgm:pt modelId="{B4F4FE0E-25D9-4857-9559-5EBB6E464C59}" type="pres">
      <dgm:prSet presAssocID="{77997025-227F-4420-A105-3792657FD9F7}" presName="compNode" presStyleCnt="0"/>
      <dgm:spPr/>
    </dgm:pt>
    <dgm:pt modelId="{688E16D9-B201-4D5B-BFE0-EBA49934F34E}" type="pres">
      <dgm:prSet presAssocID="{77997025-227F-4420-A105-3792657FD9F7}" presName="iconBgRect" presStyleLbl="bgShp" presStyleIdx="1" presStyleCnt="4"/>
      <dgm:spPr/>
    </dgm:pt>
    <dgm:pt modelId="{BB687446-6693-4842-B4D3-FBDA1DA17B98}" type="pres">
      <dgm:prSet presAssocID="{77997025-227F-4420-A105-3792657FD9F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mark"/>
        </a:ext>
      </dgm:extLst>
    </dgm:pt>
    <dgm:pt modelId="{63DB32F0-08C7-4BFB-9017-F4038D006A03}" type="pres">
      <dgm:prSet presAssocID="{77997025-227F-4420-A105-3792657FD9F7}" presName="spaceRect" presStyleCnt="0"/>
      <dgm:spPr/>
    </dgm:pt>
    <dgm:pt modelId="{88361FF1-2A4F-495F-905C-472E232B223F}" type="pres">
      <dgm:prSet presAssocID="{77997025-227F-4420-A105-3792657FD9F7}" presName="textRect" presStyleLbl="revTx" presStyleIdx="1" presStyleCnt="4">
        <dgm:presLayoutVars>
          <dgm:chMax val="1"/>
          <dgm:chPref val="1"/>
        </dgm:presLayoutVars>
      </dgm:prSet>
      <dgm:spPr/>
    </dgm:pt>
    <dgm:pt modelId="{DB4E655E-6290-44F3-85E2-6BA0DF09D4B6}" type="pres">
      <dgm:prSet presAssocID="{5B71DE35-B572-475D-B43A-2C6ED9A792D8}" presName="sibTrans" presStyleLbl="sibTrans2D1" presStyleIdx="0" presStyleCnt="0"/>
      <dgm:spPr/>
    </dgm:pt>
    <dgm:pt modelId="{7F694D8F-5CDB-4CE8-9243-9A3722DFC835}" type="pres">
      <dgm:prSet presAssocID="{14E540C5-AFA6-489D-AC48-AB12C7438A28}" presName="compNode" presStyleCnt="0"/>
      <dgm:spPr/>
    </dgm:pt>
    <dgm:pt modelId="{11471DA2-D995-49BB-A41E-AF508025E37D}" type="pres">
      <dgm:prSet presAssocID="{14E540C5-AFA6-489D-AC48-AB12C7438A28}" presName="iconBgRect" presStyleLbl="bgShp" presStyleIdx="2" presStyleCnt="4"/>
      <dgm:spPr/>
    </dgm:pt>
    <dgm:pt modelId="{EAC2FDA4-C5E1-44DB-8369-E40C67C6A6B0}" type="pres">
      <dgm:prSet presAssocID="{14E540C5-AFA6-489D-AC48-AB12C7438A2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ar chart"/>
        </a:ext>
      </dgm:extLst>
    </dgm:pt>
    <dgm:pt modelId="{C0E4E046-71F0-4C49-A896-184E344B351F}" type="pres">
      <dgm:prSet presAssocID="{14E540C5-AFA6-489D-AC48-AB12C7438A28}" presName="spaceRect" presStyleCnt="0"/>
      <dgm:spPr/>
    </dgm:pt>
    <dgm:pt modelId="{47398260-B6FF-4610-BB38-1F3F8C9B1C7C}" type="pres">
      <dgm:prSet presAssocID="{14E540C5-AFA6-489D-AC48-AB12C7438A28}" presName="textRect" presStyleLbl="revTx" presStyleIdx="2" presStyleCnt="4">
        <dgm:presLayoutVars>
          <dgm:chMax val="1"/>
          <dgm:chPref val="1"/>
        </dgm:presLayoutVars>
      </dgm:prSet>
      <dgm:spPr/>
    </dgm:pt>
    <dgm:pt modelId="{7738ED90-5E19-4E71-90BC-2270028B898D}" type="pres">
      <dgm:prSet presAssocID="{779BE006-44A9-453D-8045-9492BA3895CE}" presName="sibTrans" presStyleLbl="sibTrans2D1" presStyleIdx="0" presStyleCnt="0"/>
      <dgm:spPr/>
    </dgm:pt>
    <dgm:pt modelId="{A0BC417D-005E-49F2-9512-CB40EC0A773C}" type="pres">
      <dgm:prSet presAssocID="{F7D7F23F-9356-495B-857E-C2FB8E7CC2A4}" presName="compNode" presStyleCnt="0"/>
      <dgm:spPr/>
    </dgm:pt>
    <dgm:pt modelId="{72A476F4-3C03-437D-AB65-593E593C6788}" type="pres">
      <dgm:prSet presAssocID="{F7D7F23F-9356-495B-857E-C2FB8E7CC2A4}" presName="iconBgRect" presStyleLbl="bgShp" presStyleIdx="3" presStyleCnt="4"/>
      <dgm:spPr/>
    </dgm:pt>
    <dgm:pt modelId="{D3D1C8A4-59BA-4A46-A813-10789D5E57E1}" type="pres">
      <dgm:prSet presAssocID="{F7D7F23F-9356-495B-857E-C2FB8E7CC2A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occer"/>
        </a:ext>
      </dgm:extLst>
    </dgm:pt>
    <dgm:pt modelId="{7FC9C08A-AA67-4D9F-85ED-5E1CEB1D66E0}" type="pres">
      <dgm:prSet presAssocID="{F7D7F23F-9356-495B-857E-C2FB8E7CC2A4}" presName="spaceRect" presStyleCnt="0"/>
      <dgm:spPr/>
    </dgm:pt>
    <dgm:pt modelId="{02647AD3-0413-4690-8332-CDE12B631EC8}" type="pres">
      <dgm:prSet presAssocID="{F7D7F23F-9356-495B-857E-C2FB8E7CC2A4}" presName="textRect" presStyleLbl="revTx" presStyleIdx="3" presStyleCnt="4">
        <dgm:presLayoutVars>
          <dgm:chMax val="1"/>
          <dgm:chPref val="1"/>
        </dgm:presLayoutVars>
      </dgm:prSet>
      <dgm:spPr/>
    </dgm:pt>
  </dgm:ptLst>
  <dgm:cxnLst>
    <dgm:cxn modelId="{356F1C19-2199-4F01-9371-D742023773F7}" type="presOf" srcId="{F7D7F23F-9356-495B-857E-C2FB8E7CC2A4}" destId="{02647AD3-0413-4690-8332-CDE12B631EC8}" srcOrd="0" destOrd="0" presId="urn:microsoft.com/office/officeart/2018/2/layout/IconCircleList"/>
    <dgm:cxn modelId="{35761327-8266-4FF9-A2FC-09F842EAB02C}" type="presOf" srcId="{9D499D04-7A57-4A40-89B6-4358A6630D53}" destId="{CBBD2A40-4E80-49A0-8D91-8FF5E063EBDE}" srcOrd="0" destOrd="0" presId="urn:microsoft.com/office/officeart/2018/2/layout/IconCircleList"/>
    <dgm:cxn modelId="{1343F065-F334-4BD9-B35A-E6565E6034BF}" type="presOf" srcId="{4F415535-7096-463B-9E7C-5AF522503392}" destId="{468FCC89-1825-4CE0-A286-157C748899D3}" srcOrd="0" destOrd="0" presId="urn:microsoft.com/office/officeart/2018/2/layout/IconCircleList"/>
    <dgm:cxn modelId="{3890286F-598F-4371-96D1-DA7FF787D9E6}" type="presOf" srcId="{DF00E824-679A-429D-809C-F67138939C9E}" destId="{23FA0D1F-38EB-4B66-BFBC-00F0AB903F7A}" srcOrd="0" destOrd="0" presId="urn:microsoft.com/office/officeart/2018/2/layout/IconCircleList"/>
    <dgm:cxn modelId="{1EFC137C-FE9C-4E90-9603-71A04B780083}" srcId="{DF00E824-679A-429D-809C-F67138939C9E}" destId="{14E540C5-AFA6-489D-AC48-AB12C7438A28}" srcOrd="2" destOrd="0" parTransId="{B46F703B-F325-47BD-A52D-FAE5D0EF5034}" sibTransId="{779BE006-44A9-453D-8045-9492BA3895CE}"/>
    <dgm:cxn modelId="{F52C7F92-9001-4D6B-B57F-0DA40193427E}" srcId="{DF00E824-679A-429D-809C-F67138939C9E}" destId="{4F415535-7096-463B-9E7C-5AF522503392}" srcOrd="0" destOrd="0" parTransId="{6E676D02-873C-4B63-A776-41B3F69BE418}" sibTransId="{9D499D04-7A57-4A40-89B6-4358A6630D53}"/>
    <dgm:cxn modelId="{02DCB19D-DD16-40CD-A2FE-1005CB13775F}" type="presOf" srcId="{14E540C5-AFA6-489D-AC48-AB12C7438A28}" destId="{47398260-B6FF-4610-BB38-1F3F8C9B1C7C}" srcOrd="0" destOrd="0" presId="urn:microsoft.com/office/officeart/2018/2/layout/IconCircleList"/>
    <dgm:cxn modelId="{DBC3DDAB-5DE4-4971-A9BB-18435D3B2D5F}" type="presOf" srcId="{77997025-227F-4420-A105-3792657FD9F7}" destId="{88361FF1-2A4F-495F-905C-472E232B223F}" srcOrd="0" destOrd="0" presId="urn:microsoft.com/office/officeart/2018/2/layout/IconCircleList"/>
    <dgm:cxn modelId="{0666B7B1-3435-46C6-B7A7-06D2CBBEA595}" type="presOf" srcId="{779BE006-44A9-453D-8045-9492BA3895CE}" destId="{7738ED90-5E19-4E71-90BC-2270028B898D}" srcOrd="0" destOrd="0" presId="urn:microsoft.com/office/officeart/2018/2/layout/IconCircleList"/>
    <dgm:cxn modelId="{E008A4BD-68D7-478B-A0F9-1B6D112FB457}" type="presOf" srcId="{5B71DE35-B572-475D-B43A-2C6ED9A792D8}" destId="{DB4E655E-6290-44F3-85E2-6BA0DF09D4B6}" srcOrd="0" destOrd="0" presId="urn:microsoft.com/office/officeart/2018/2/layout/IconCircleList"/>
    <dgm:cxn modelId="{10BB81CD-B10B-4074-A97B-C56F88767223}" srcId="{DF00E824-679A-429D-809C-F67138939C9E}" destId="{F7D7F23F-9356-495B-857E-C2FB8E7CC2A4}" srcOrd="3" destOrd="0" parTransId="{BDF6C93F-C62D-49BB-ADBF-34332C598366}" sibTransId="{06BDC79A-ABC4-4D5C-99DD-4FB472DE0917}"/>
    <dgm:cxn modelId="{57A448D7-2228-4CED-80F7-55151F2CA4A2}" srcId="{DF00E824-679A-429D-809C-F67138939C9E}" destId="{77997025-227F-4420-A105-3792657FD9F7}" srcOrd="1" destOrd="0" parTransId="{86B07E55-F9F2-4600-AC4F-C869FEA313E5}" sibTransId="{5B71DE35-B572-475D-B43A-2C6ED9A792D8}"/>
    <dgm:cxn modelId="{5C15DC0C-3D2E-4F7E-8241-2AF90155D105}" type="presParOf" srcId="{23FA0D1F-38EB-4B66-BFBC-00F0AB903F7A}" destId="{659D10D2-362F-4119-8933-AA7AC8A4ED16}" srcOrd="0" destOrd="0" presId="urn:microsoft.com/office/officeart/2018/2/layout/IconCircleList"/>
    <dgm:cxn modelId="{00CFBDE8-1048-454A-AFBD-7D3BA4DFEBDC}" type="presParOf" srcId="{659D10D2-362F-4119-8933-AA7AC8A4ED16}" destId="{B6A03071-6AAD-4FF2-8828-E1583F62F57C}" srcOrd="0" destOrd="0" presId="urn:microsoft.com/office/officeart/2018/2/layout/IconCircleList"/>
    <dgm:cxn modelId="{9B31036C-9505-4668-ACF2-2C96ABE21700}" type="presParOf" srcId="{B6A03071-6AAD-4FF2-8828-E1583F62F57C}" destId="{43926AB7-C3FD-4A5E-B3E7-D8904D047F56}" srcOrd="0" destOrd="0" presId="urn:microsoft.com/office/officeart/2018/2/layout/IconCircleList"/>
    <dgm:cxn modelId="{22EA8D9F-1238-4359-9C4C-4AE75D6724E5}" type="presParOf" srcId="{B6A03071-6AAD-4FF2-8828-E1583F62F57C}" destId="{86845D80-39F0-4300-AAE6-C757A1940C80}" srcOrd="1" destOrd="0" presId="urn:microsoft.com/office/officeart/2018/2/layout/IconCircleList"/>
    <dgm:cxn modelId="{DBB03AC5-3767-4291-B94E-B24715F063C8}" type="presParOf" srcId="{B6A03071-6AAD-4FF2-8828-E1583F62F57C}" destId="{7D9774D7-9668-489E-BA91-C60399C014CD}" srcOrd="2" destOrd="0" presId="urn:microsoft.com/office/officeart/2018/2/layout/IconCircleList"/>
    <dgm:cxn modelId="{BD0F5833-BD48-419E-880D-9E243E4DE47D}" type="presParOf" srcId="{B6A03071-6AAD-4FF2-8828-E1583F62F57C}" destId="{468FCC89-1825-4CE0-A286-157C748899D3}" srcOrd="3" destOrd="0" presId="urn:microsoft.com/office/officeart/2018/2/layout/IconCircleList"/>
    <dgm:cxn modelId="{67AF6C99-17E8-4CCF-A40C-14CD0F6872EA}" type="presParOf" srcId="{659D10D2-362F-4119-8933-AA7AC8A4ED16}" destId="{CBBD2A40-4E80-49A0-8D91-8FF5E063EBDE}" srcOrd="1" destOrd="0" presId="urn:microsoft.com/office/officeart/2018/2/layout/IconCircleList"/>
    <dgm:cxn modelId="{2B1DB75D-2063-4744-9380-99354F80787B}" type="presParOf" srcId="{659D10D2-362F-4119-8933-AA7AC8A4ED16}" destId="{B4F4FE0E-25D9-4857-9559-5EBB6E464C59}" srcOrd="2" destOrd="0" presId="urn:microsoft.com/office/officeart/2018/2/layout/IconCircleList"/>
    <dgm:cxn modelId="{CD380BDD-A276-4BC7-AC2C-9176565D005B}" type="presParOf" srcId="{B4F4FE0E-25D9-4857-9559-5EBB6E464C59}" destId="{688E16D9-B201-4D5B-BFE0-EBA49934F34E}" srcOrd="0" destOrd="0" presId="urn:microsoft.com/office/officeart/2018/2/layout/IconCircleList"/>
    <dgm:cxn modelId="{3BD7DF13-12D4-42FF-B12B-368240D96541}" type="presParOf" srcId="{B4F4FE0E-25D9-4857-9559-5EBB6E464C59}" destId="{BB687446-6693-4842-B4D3-FBDA1DA17B98}" srcOrd="1" destOrd="0" presId="urn:microsoft.com/office/officeart/2018/2/layout/IconCircleList"/>
    <dgm:cxn modelId="{A42EA91D-6110-4D65-A0B5-0F401731DB83}" type="presParOf" srcId="{B4F4FE0E-25D9-4857-9559-5EBB6E464C59}" destId="{63DB32F0-08C7-4BFB-9017-F4038D006A03}" srcOrd="2" destOrd="0" presId="urn:microsoft.com/office/officeart/2018/2/layout/IconCircleList"/>
    <dgm:cxn modelId="{931D25DC-3118-403E-B130-C5B706E61E84}" type="presParOf" srcId="{B4F4FE0E-25D9-4857-9559-5EBB6E464C59}" destId="{88361FF1-2A4F-495F-905C-472E232B223F}" srcOrd="3" destOrd="0" presId="urn:microsoft.com/office/officeart/2018/2/layout/IconCircleList"/>
    <dgm:cxn modelId="{805C8477-223A-4E58-9D0E-D11296B01460}" type="presParOf" srcId="{659D10D2-362F-4119-8933-AA7AC8A4ED16}" destId="{DB4E655E-6290-44F3-85E2-6BA0DF09D4B6}" srcOrd="3" destOrd="0" presId="urn:microsoft.com/office/officeart/2018/2/layout/IconCircleList"/>
    <dgm:cxn modelId="{BA32E684-F2A0-4BF9-B2EA-632EEF252B6F}" type="presParOf" srcId="{659D10D2-362F-4119-8933-AA7AC8A4ED16}" destId="{7F694D8F-5CDB-4CE8-9243-9A3722DFC835}" srcOrd="4" destOrd="0" presId="urn:microsoft.com/office/officeart/2018/2/layout/IconCircleList"/>
    <dgm:cxn modelId="{08AEEBC8-606E-44AA-8380-92627451ADD4}" type="presParOf" srcId="{7F694D8F-5CDB-4CE8-9243-9A3722DFC835}" destId="{11471DA2-D995-49BB-A41E-AF508025E37D}" srcOrd="0" destOrd="0" presId="urn:microsoft.com/office/officeart/2018/2/layout/IconCircleList"/>
    <dgm:cxn modelId="{4C7D8174-AF01-48E4-B919-FE7C16A7D22F}" type="presParOf" srcId="{7F694D8F-5CDB-4CE8-9243-9A3722DFC835}" destId="{EAC2FDA4-C5E1-44DB-8369-E40C67C6A6B0}" srcOrd="1" destOrd="0" presId="urn:microsoft.com/office/officeart/2018/2/layout/IconCircleList"/>
    <dgm:cxn modelId="{6071F9F1-1454-404B-A0A0-B3F05FD277A6}" type="presParOf" srcId="{7F694D8F-5CDB-4CE8-9243-9A3722DFC835}" destId="{C0E4E046-71F0-4C49-A896-184E344B351F}" srcOrd="2" destOrd="0" presId="urn:microsoft.com/office/officeart/2018/2/layout/IconCircleList"/>
    <dgm:cxn modelId="{A40BDB4C-2FBE-4BAB-8E7F-92D315F8660A}" type="presParOf" srcId="{7F694D8F-5CDB-4CE8-9243-9A3722DFC835}" destId="{47398260-B6FF-4610-BB38-1F3F8C9B1C7C}" srcOrd="3" destOrd="0" presId="urn:microsoft.com/office/officeart/2018/2/layout/IconCircleList"/>
    <dgm:cxn modelId="{854C9AF7-2E0D-41E7-9B9A-52741EBBF716}" type="presParOf" srcId="{659D10D2-362F-4119-8933-AA7AC8A4ED16}" destId="{7738ED90-5E19-4E71-90BC-2270028B898D}" srcOrd="5" destOrd="0" presId="urn:microsoft.com/office/officeart/2018/2/layout/IconCircleList"/>
    <dgm:cxn modelId="{53091E8C-7A85-4423-9FEA-47694516A61B}" type="presParOf" srcId="{659D10D2-362F-4119-8933-AA7AC8A4ED16}" destId="{A0BC417D-005E-49F2-9512-CB40EC0A773C}" srcOrd="6" destOrd="0" presId="urn:microsoft.com/office/officeart/2018/2/layout/IconCircleList"/>
    <dgm:cxn modelId="{D483A1E7-7DBC-41D4-9F28-57EC4184BA00}" type="presParOf" srcId="{A0BC417D-005E-49F2-9512-CB40EC0A773C}" destId="{72A476F4-3C03-437D-AB65-593E593C6788}" srcOrd="0" destOrd="0" presId="urn:microsoft.com/office/officeart/2018/2/layout/IconCircleList"/>
    <dgm:cxn modelId="{7C539220-2E21-4AD5-BA23-8DCBA455D3C1}" type="presParOf" srcId="{A0BC417D-005E-49F2-9512-CB40EC0A773C}" destId="{D3D1C8A4-59BA-4A46-A813-10789D5E57E1}" srcOrd="1" destOrd="0" presId="urn:microsoft.com/office/officeart/2018/2/layout/IconCircleList"/>
    <dgm:cxn modelId="{00BE6E09-4ED5-41C5-9DB1-32C451A54613}" type="presParOf" srcId="{A0BC417D-005E-49F2-9512-CB40EC0A773C}" destId="{7FC9C08A-AA67-4D9F-85ED-5E1CEB1D66E0}" srcOrd="2" destOrd="0" presId="urn:microsoft.com/office/officeart/2018/2/layout/IconCircleList"/>
    <dgm:cxn modelId="{279AE00B-5290-4B3C-A6F7-3D0114E33713}" type="presParOf" srcId="{A0BC417D-005E-49F2-9512-CB40EC0A773C}" destId="{02647AD3-0413-4690-8332-CDE12B631EC8}"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703B65-7068-4C81-8B13-9002E731D36E}">
      <dsp:nvSpPr>
        <dsp:cNvPr id="0" name=""/>
        <dsp:cNvSpPr/>
      </dsp:nvSpPr>
      <dsp:spPr>
        <a:xfrm>
          <a:off x="1100379" y="1123"/>
          <a:ext cx="4401518" cy="492953"/>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402" tIns="125210" rIns="85402" bIns="125210" numCol="1" spcCol="1270" anchor="ctr" anchorCtr="0">
          <a:noAutofit/>
        </a:bodyPr>
        <a:lstStyle/>
        <a:p>
          <a:pPr marL="0" lvl="0" indent="0" algn="l" defTabSz="622300">
            <a:lnSpc>
              <a:spcPct val="90000"/>
            </a:lnSpc>
            <a:spcBef>
              <a:spcPct val="0"/>
            </a:spcBef>
            <a:spcAft>
              <a:spcPct val="35000"/>
            </a:spcAft>
            <a:buNone/>
          </a:pPr>
          <a:r>
            <a:rPr lang="en-US" sz="1400" kern="1200"/>
            <a:t>Analyze athlete demographics</a:t>
          </a:r>
        </a:p>
      </dsp:txBody>
      <dsp:txXfrm>
        <a:off x="1100379" y="1123"/>
        <a:ext cx="4401518" cy="492953"/>
      </dsp:txXfrm>
    </dsp:sp>
    <dsp:sp modelId="{C0E148CA-CFF4-46F1-8F4A-61540CB31A17}">
      <dsp:nvSpPr>
        <dsp:cNvPr id="0" name=""/>
        <dsp:cNvSpPr/>
      </dsp:nvSpPr>
      <dsp:spPr>
        <a:xfrm>
          <a:off x="0" y="1123"/>
          <a:ext cx="1100379" cy="492953"/>
        </a:xfrm>
        <a:prstGeom prst="rect">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228" tIns="48693" rIns="58228" bIns="48693" numCol="1" spcCol="1270" anchor="ctr" anchorCtr="0">
          <a:noAutofit/>
        </a:bodyPr>
        <a:lstStyle/>
        <a:p>
          <a:pPr marL="0" lvl="0" indent="0" algn="ctr" defTabSz="755650">
            <a:lnSpc>
              <a:spcPct val="90000"/>
            </a:lnSpc>
            <a:spcBef>
              <a:spcPct val="0"/>
            </a:spcBef>
            <a:spcAft>
              <a:spcPct val="35000"/>
            </a:spcAft>
            <a:buNone/>
          </a:pPr>
          <a:r>
            <a:rPr lang="en-US" sz="1700" kern="1200"/>
            <a:t>Analyze</a:t>
          </a:r>
        </a:p>
      </dsp:txBody>
      <dsp:txXfrm>
        <a:off x="0" y="1123"/>
        <a:ext cx="1100379" cy="492953"/>
      </dsp:txXfrm>
    </dsp:sp>
    <dsp:sp modelId="{B2F37327-3BD7-4E41-93F6-B393579F0B3F}">
      <dsp:nvSpPr>
        <dsp:cNvPr id="0" name=""/>
        <dsp:cNvSpPr/>
      </dsp:nvSpPr>
      <dsp:spPr>
        <a:xfrm>
          <a:off x="1100379" y="523654"/>
          <a:ext cx="4401518" cy="492953"/>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402" tIns="125210" rIns="85402" bIns="125210" numCol="1" spcCol="1270" anchor="ctr" anchorCtr="0">
          <a:noAutofit/>
        </a:bodyPr>
        <a:lstStyle/>
        <a:p>
          <a:pPr marL="0" lvl="0" indent="0" algn="l" defTabSz="622300">
            <a:lnSpc>
              <a:spcPct val="90000"/>
            </a:lnSpc>
            <a:spcBef>
              <a:spcPct val="0"/>
            </a:spcBef>
            <a:spcAft>
              <a:spcPct val="35000"/>
            </a:spcAft>
            <a:buNone/>
          </a:pPr>
          <a:r>
            <a:rPr lang="en-US" sz="1400" kern="1200"/>
            <a:t>Examine gender &amp; participation trends</a:t>
          </a:r>
        </a:p>
      </dsp:txBody>
      <dsp:txXfrm>
        <a:off x="1100379" y="523654"/>
        <a:ext cx="4401518" cy="492953"/>
      </dsp:txXfrm>
    </dsp:sp>
    <dsp:sp modelId="{09BC4368-E3A5-4A34-8064-B1EE7489C374}">
      <dsp:nvSpPr>
        <dsp:cNvPr id="0" name=""/>
        <dsp:cNvSpPr/>
      </dsp:nvSpPr>
      <dsp:spPr>
        <a:xfrm>
          <a:off x="0" y="523654"/>
          <a:ext cx="1100379" cy="492953"/>
        </a:xfrm>
        <a:prstGeom prst="rect">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228" tIns="48693" rIns="58228" bIns="48693" numCol="1" spcCol="1270" anchor="ctr" anchorCtr="0">
          <a:noAutofit/>
        </a:bodyPr>
        <a:lstStyle/>
        <a:p>
          <a:pPr marL="0" lvl="0" indent="0" algn="ctr" defTabSz="755650">
            <a:lnSpc>
              <a:spcPct val="90000"/>
            </a:lnSpc>
            <a:spcBef>
              <a:spcPct val="0"/>
            </a:spcBef>
            <a:spcAft>
              <a:spcPct val="35000"/>
            </a:spcAft>
            <a:buNone/>
          </a:pPr>
          <a:r>
            <a:rPr lang="en-US" sz="1700" kern="1200"/>
            <a:t>Examine</a:t>
          </a:r>
        </a:p>
      </dsp:txBody>
      <dsp:txXfrm>
        <a:off x="0" y="523654"/>
        <a:ext cx="1100379" cy="492953"/>
      </dsp:txXfrm>
    </dsp:sp>
    <dsp:sp modelId="{D015BE27-D594-4520-8596-1526B2BD8D2D}">
      <dsp:nvSpPr>
        <dsp:cNvPr id="0" name=""/>
        <dsp:cNvSpPr/>
      </dsp:nvSpPr>
      <dsp:spPr>
        <a:xfrm>
          <a:off x="1100379" y="1046184"/>
          <a:ext cx="4401518" cy="492953"/>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402" tIns="125210" rIns="85402" bIns="125210" numCol="1" spcCol="1270" anchor="ctr" anchorCtr="0">
          <a:noAutofit/>
        </a:bodyPr>
        <a:lstStyle/>
        <a:p>
          <a:pPr marL="0" lvl="0" indent="0" algn="l" defTabSz="622300">
            <a:lnSpc>
              <a:spcPct val="90000"/>
            </a:lnSpc>
            <a:spcBef>
              <a:spcPct val="0"/>
            </a:spcBef>
            <a:spcAft>
              <a:spcPct val="35000"/>
            </a:spcAft>
            <a:buNone/>
          </a:pPr>
          <a:r>
            <a:rPr lang="en-US" sz="1400" kern="1200"/>
            <a:t>Study economic factors (GDP) &amp; performance outcomes</a:t>
          </a:r>
        </a:p>
      </dsp:txBody>
      <dsp:txXfrm>
        <a:off x="1100379" y="1046184"/>
        <a:ext cx="4401518" cy="492953"/>
      </dsp:txXfrm>
    </dsp:sp>
    <dsp:sp modelId="{535072CB-B600-429B-BB10-3EE9D6C67D37}">
      <dsp:nvSpPr>
        <dsp:cNvPr id="0" name=""/>
        <dsp:cNvSpPr/>
      </dsp:nvSpPr>
      <dsp:spPr>
        <a:xfrm>
          <a:off x="0" y="1046184"/>
          <a:ext cx="1100379" cy="492953"/>
        </a:xfrm>
        <a:prstGeom prst="rect">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228" tIns="48693" rIns="58228" bIns="48693" numCol="1" spcCol="1270" anchor="ctr" anchorCtr="0">
          <a:noAutofit/>
        </a:bodyPr>
        <a:lstStyle/>
        <a:p>
          <a:pPr marL="0" lvl="0" indent="0" algn="ctr" defTabSz="755650">
            <a:lnSpc>
              <a:spcPct val="90000"/>
            </a:lnSpc>
            <a:spcBef>
              <a:spcPct val="0"/>
            </a:spcBef>
            <a:spcAft>
              <a:spcPct val="35000"/>
            </a:spcAft>
            <a:buNone/>
          </a:pPr>
          <a:r>
            <a:rPr lang="en-US" sz="1700" kern="1200"/>
            <a:t>Study</a:t>
          </a:r>
        </a:p>
      </dsp:txBody>
      <dsp:txXfrm>
        <a:off x="0" y="1046184"/>
        <a:ext cx="1100379" cy="492953"/>
      </dsp:txXfrm>
    </dsp:sp>
    <dsp:sp modelId="{F4789087-25D3-4263-8D82-C8A1C35337A6}">
      <dsp:nvSpPr>
        <dsp:cNvPr id="0" name=""/>
        <dsp:cNvSpPr/>
      </dsp:nvSpPr>
      <dsp:spPr>
        <a:xfrm>
          <a:off x="1100379" y="1568715"/>
          <a:ext cx="4401518" cy="492953"/>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402" tIns="125210" rIns="85402" bIns="125210" numCol="1" spcCol="1270" anchor="ctr" anchorCtr="0">
          <a:noAutofit/>
        </a:bodyPr>
        <a:lstStyle/>
        <a:p>
          <a:pPr marL="0" lvl="0" indent="0" algn="l" defTabSz="622300">
            <a:lnSpc>
              <a:spcPct val="90000"/>
            </a:lnSpc>
            <a:spcBef>
              <a:spcPct val="0"/>
            </a:spcBef>
            <a:spcAft>
              <a:spcPct val="35000"/>
            </a:spcAft>
            <a:buNone/>
          </a:pPr>
          <a:r>
            <a:rPr lang="en-US" sz="1400" kern="1200"/>
            <a:t>Validate trends using statistical testing</a:t>
          </a:r>
        </a:p>
      </dsp:txBody>
      <dsp:txXfrm>
        <a:off x="1100379" y="1568715"/>
        <a:ext cx="4401518" cy="492953"/>
      </dsp:txXfrm>
    </dsp:sp>
    <dsp:sp modelId="{D361DD40-E2D1-40EF-B6C1-4EB8F532E8BE}">
      <dsp:nvSpPr>
        <dsp:cNvPr id="0" name=""/>
        <dsp:cNvSpPr/>
      </dsp:nvSpPr>
      <dsp:spPr>
        <a:xfrm>
          <a:off x="0" y="1568715"/>
          <a:ext cx="1100379" cy="492953"/>
        </a:xfrm>
        <a:prstGeom prst="rect">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228" tIns="48693" rIns="58228" bIns="48693" numCol="1" spcCol="1270" anchor="ctr" anchorCtr="0">
          <a:noAutofit/>
        </a:bodyPr>
        <a:lstStyle/>
        <a:p>
          <a:pPr marL="0" lvl="0" indent="0" algn="ctr" defTabSz="755650">
            <a:lnSpc>
              <a:spcPct val="90000"/>
            </a:lnSpc>
            <a:spcBef>
              <a:spcPct val="0"/>
            </a:spcBef>
            <a:spcAft>
              <a:spcPct val="35000"/>
            </a:spcAft>
            <a:buNone/>
          </a:pPr>
          <a:r>
            <a:rPr lang="en-US" sz="1700" kern="1200"/>
            <a:t>Validate</a:t>
          </a:r>
        </a:p>
      </dsp:txBody>
      <dsp:txXfrm>
        <a:off x="0" y="1568715"/>
        <a:ext cx="1100379" cy="492953"/>
      </dsp:txXfrm>
    </dsp:sp>
    <dsp:sp modelId="{87872CEA-DAD2-4D7C-BC24-8B83AFD8188E}">
      <dsp:nvSpPr>
        <dsp:cNvPr id="0" name=""/>
        <dsp:cNvSpPr/>
      </dsp:nvSpPr>
      <dsp:spPr>
        <a:xfrm>
          <a:off x="1100379" y="2091246"/>
          <a:ext cx="4401518" cy="492953"/>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402" tIns="125210" rIns="85402" bIns="125210" numCol="1" spcCol="1270" anchor="ctr" anchorCtr="0">
          <a:noAutofit/>
        </a:bodyPr>
        <a:lstStyle/>
        <a:p>
          <a:pPr marL="0" lvl="0" indent="0" algn="l" defTabSz="622300">
            <a:lnSpc>
              <a:spcPct val="90000"/>
            </a:lnSpc>
            <a:spcBef>
              <a:spcPct val="0"/>
            </a:spcBef>
            <a:spcAft>
              <a:spcPct val="35000"/>
            </a:spcAft>
            <a:buNone/>
          </a:pPr>
          <a:r>
            <a:rPr lang="en-US" sz="1400" kern="1200"/>
            <a:t>Compare Paris 2024 to Rio 2016</a:t>
          </a:r>
        </a:p>
      </dsp:txBody>
      <dsp:txXfrm>
        <a:off x="1100379" y="2091246"/>
        <a:ext cx="4401518" cy="492953"/>
      </dsp:txXfrm>
    </dsp:sp>
    <dsp:sp modelId="{46BD52CD-BB0A-4783-9D26-B6B64F01FDA2}">
      <dsp:nvSpPr>
        <dsp:cNvPr id="0" name=""/>
        <dsp:cNvSpPr/>
      </dsp:nvSpPr>
      <dsp:spPr>
        <a:xfrm>
          <a:off x="0" y="2091246"/>
          <a:ext cx="1100379" cy="492953"/>
        </a:xfrm>
        <a:prstGeom prst="rect">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228" tIns="48693" rIns="58228" bIns="48693" numCol="1" spcCol="1270" anchor="ctr" anchorCtr="0">
          <a:noAutofit/>
        </a:bodyPr>
        <a:lstStyle/>
        <a:p>
          <a:pPr marL="0" lvl="0" indent="0" algn="ctr" defTabSz="755650">
            <a:lnSpc>
              <a:spcPct val="90000"/>
            </a:lnSpc>
            <a:spcBef>
              <a:spcPct val="0"/>
            </a:spcBef>
            <a:spcAft>
              <a:spcPct val="35000"/>
            </a:spcAft>
            <a:buNone/>
          </a:pPr>
          <a:r>
            <a:rPr lang="en-US" sz="1700" kern="1200"/>
            <a:t>Compare</a:t>
          </a:r>
        </a:p>
      </dsp:txBody>
      <dsp:txXfrm>
        <a:off x="0" y="2091246"/>
        <a:ext cx="1100379" cy="49295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E67C0-4531-476F-8497-13FA2110F75A}">
      <dsp:nvSpPr>
        <dsp:cNvPr id="0" name=""/>
        <dsp:cNvSpPr/>
      </dsp:nvSpPr>
      <dsp:spPr>
        <a:xfrm>
          <a:off x="7488" y="1036703"/>
          <a:ext cx="2238321" cy="134299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kern="1200"/>
            <a:t>Data supports talent pipelines</a:t>
          </a:r>
          <a:endParaRPr lang="en-US" sz="2500" kern="1200"/>
        </a:p>
      </dsp:txBody>
      <dsp:txXfrm>
        <a:off x="46823" y="1076038"/>
        <a:ext cx="2159651" cy="1264323"/>
      </dsp:txXfrm>
    </dsp:sp>
    <dsp:sp modelId="{18A8CC84-6943-40A2-8933-143DF79405D9}">
      <dsp:nvSpPr>
        <dsp:cNvPr id="0" name=""/>
        <dsp:cNvSpPr/>
      </dsp:nvSpPr>
      <dsp:spPr>
        <a:xfrm>
          <a:off x="2442782" y="1430648"/>
          <a:ext cx="474524" cy="55510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2442782" y="1541669"/>
        <a:ext cx="332167" cy="333061"/>
      </dsp:txXfrm>
    </dsp:sp>
    <dsp:sp modelId="{A079F57A-55FE-45B4-8579-AA97A847656A}">
      <dsp:nvSpPr>
        <dsp:cNvPr id="0" name=""/>
        <dsp:cNvSpPr/>
      </dsp:nvSpPr>
      <dsp:spPr>
        <a:xfrm>
          <a:off x="3141139" y="1036703"/>
          <a:ext cx="2238321" cy="134299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kern="1200"/>
            <a:t>Helps allocate funding smarter</a:t>
          </a:r>
          <a:endParaRPr lang="en-US" sz="2500" kern="1200"/>
        </a:p>
      </dsp:txBody>
      <dsp:txXfrm>
        <a:off x="3180474" y="1076038"/>
        <a:ext cx="2159651" cy="1264323"/>
      </dsp:txXfrm>
    </dsp:sp>
    <dsp:sp modelId="{05B8F7EF-5B51-4BFD-AD7F-AB7823FF0A65}">
      <dsp:nvSpPr>
        <dsp:cNvPr id="0" name=""/>
        <dsp:cNvSpPr/>
      </dsp:nvSpPr>
      <dsp:spPr>
        <a:xfrm>
          <a:off x="5576433" y="1430648"/>
          <a:ext cx="474524" cy="55510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76433" y="1541669"/>
        <a:ext cx="332167" cy="333061"/>
      </dsp:txXfrm>
    </dsp:sp>
    <dsp:sp modelId="{63AAE7D1-9F60-4460-9578-FCED38C0E789}">
      <dsp:nvSpPr>
        <dsp:cNvPr id="0" name=""/>
        <dsp:cNvSpPr/>
      </dsp:nvSpPr>
      <dsp:spPr>
        <a:xfrm>
          <a:off x="6274789" y="1036703"/>
          <a:ext cx="2238321" cy="134299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kern="1200"/>
            <a:t>Guides gender equity goals</a:t>
          </a:r>
          <a:endParaRPr lang="en-US" sz="2500" kern="1200"/>
        </a:p>
      </dsp:txBody>
      <dsp:txXfrm>
        <a:off x="6314124" y="1076038"/>
        <a:ext cx="2159651" cy="126432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72389E-8B46-4148-8334-D014016629FD}">
      <dsp:nvSpPr>
        <dsp:cNvPr id="0" name=""/>
        <dsp:cNvSpPr/>
      </dsp:nvSpPr>
      <dsp:spPr>
        <a:xfrm>
          <a:off x="6410" y="683279"/>
          <a:ext cx="2763996" cy="829199"/>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8417" tIns="218417" rIns="218417" bIns="218417" numCol="1" spcCol="1270" anchor="ctr" anchorCtr="0">
          <a:noAutofit/>
        </a:bodyPr>
        <a:lstStyle/>
        <a:p>
          <a:pPr marL="0" lvl="0" indent="0" algn="ctr" defTabSz="1244600">
            <a:lnSpc>
              <a:spcPct val="90000"/>
            </a:lnSpc>
            <a:spcBef>
              <a:spcPct val="0"/>
            </a:spcBef>
            <a:spcAft>
              <a:spcPct val="35000"/>
            </a:spcAft>
            <a:buNone/>
          </a:pPr>
          <a:r>
            <a:rPr lang="en-US" sz="2800" kern="1200"/>
            <a:t>Understand</a:t>
          </a:r>
        </a:p>
      </dsp:txBody>
      <dsp:txXfrm>
        <a:off x="6410" y="683279"/>
        <a:ext cx="2763996" cy="829199"/>
      </dsp:txXfrm>
    </dsp:sp>
    <dsp:sp modelId="{6CFA4372-AF04-4DD9-BE2C-A8633F130062}">
      <dsp:nvSpPr>
        <dsp:cNvPr id="0" name=""/>
        <dsp:cNvSpPr/>
      </dsp:nvSpPr>
      <dsp:spPr>
        <a:xfrm>
          <a:off x="6410" y="1512479"/>
          <a:ext cx="2763996" cy="1220640"/>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3021" tIns="273021" rIns="273021" bIns="273021" numCol="1" spcCol="1270" anchor="t" anchorCtr="0">
          <a:noAutofit/>
        </a:bodyPr>
        <a:lstStyle/>
        <a:p>
          <a:pPr marL="0" lvl="0" indent="0" algn="l" defTabSz="933450">
            <a:lnSpc>
              <a:spcPct val="90000"/>
            </a:lnSpc>
            <a:spcBef>
              <a:spcPct val="0"/>
            </a:spcBef>
            <a:spcAft>
              <a:spcPct val="35000"/>
            </a:spcAft>
            <a:buNone/>
          </a:pPr>
          <a:r>
            <a:rPr lang="en-US" sz="2100" kern="1200"/>
            <a:t>Understand physical profiles by sport</a:t>
          </a:r>
        </a:p>
      </dsp:txBody>
      <dsp:txXfrm>
        <a:off x="6410" y="1512479"/>
        <a:ext cx="2763996" cy="1220640"/>
      </dsp:txXfrm>
    </dsp:sp>
    <dsp:sp modelId="{3324D8ED-7934-4520-AE03-6E2E5D1ACF88}">
      <dsp:nvSpPr>
        <dsp:cNvPr id="0" name=""/>
        <dsp:cNvSpPr/>
      </dsp:nvSpPr>
      <dsp:spPr>
        <a:xfrm>
          <a:off x="2878301" y="683279"/>
          <a:ext cx="2763996" cy="829199"/>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8417" tIns="218417" rIns="218417" bIns="218417" numCol="1" spcCol="1270" anchor="ctr" anchorCtr="0">
          <a:noAutofit/>
        </a:bodyPr>
        <a:lstStyle/>
        <a:p>
          <a:pPr marL="0" lvl="0" indent="0" algn="ctr" defTabSz="1244600">
            <a:lnSpc>
              <a:spcPct val="90000"/>
            </a:lnSpc>
            <a:spcBef>
              <a:spcPct val="0"/>
            </a:spcBef>
            <a:spcAft>
              <a:spcPct val="35000"/>
            </a:spcAft>
            <a:buNone/>
          </a:pPr>
          <a:r>
            <a:rPr lang="en-US" sz="2800" kern="1200"/>
            <a:t>Benchmark</a:t>
          </a:r>
        </a:p>
      </dsp:txBody>
      <dsp:txXfrm>
        <a:off x="2878301" y="683279"/>
        <a:ext cx="2763996" cy="829199"/>
      </dsp:txXfrm>
    </dsp:sp>
    <dsp:sp modelId="{BB0EEB1E-3E27-4841-B019-5056A97EAD33}">
      <dsp:nvSpPr>
        <dsp:cNvPr id="0" name=""/>
        <dsp:cNvSpPr/>
      </dsp:nvSpPr>
      <dsp:spPr>
        <a:xfrm>
          <a:off x="2878301" y="1512479"/>
          <a:ext cx="2763996" cy="1220640"/>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3021" tIns="273021" rIns="273021" bIns="273021" numCol="1" spcCol="1270" anchor="t" anchorCtr="0">
          <a:noAutofit/>
        </a:bodyPr>
        <a:lstStyle/>
        <a:p>
          <a:pPr marL="0" lvl="0" indent="0" algn="l" defTabSz="933450">
            <a:lnSpc>
              <a:spcPct val="90000"/>
            </a:lnSpc>
            <a:spcBef>
              <a:spcPct val="0"/>
            </a:spcBef>
            <a:spcAft>
              <a:spcPct val="35000"/>
            </a:spcAft>
            <a:buNone/>
          </a:pPr>
          <a:r>
            <a:rPr lang="en-US" sz="2100" kern="1200"/>
            <a:t>Benchmark against global competitors</a:t>
          </a:r>
        </a:p>
      </dsp:txBody>
      <dsp:txXfrm>
        <a:off x="2878301" y="1512479"/>
        <a:ext cx="2763996" cy="1220640"/>
      </dsp:txXfrm>
    </dsp:sp>
    <dsp:sp modelId="{FAF089BC-1020-4C67-9D36-831AC6EAE617}">
      <dsp:nvSpPr>
        <dsp:cNvPr id="0" name=""/>
        <dsp:cNvSpPr/>
      </dsp:nvSpPr>
      <dsp:spPr>
        <a:xfrm>
          <a:off x="5750192" y="683279"/>
          <a:ext cx="2763996" cy="829199"/>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8417" tIns="218417" rIns="218417" bIns="218417" numCol="1" spcCol="1270" anchor="ctr" anchorCtr="0">
          <a:noAutofit/>
        </a:bodyPr>
        <a:lstStyle/>
        <a:p>
          <a:pPr marL="0" lvl="0" indent="0" algn="ctr" defTabSz="1244600">
            <a:lnSpc>
              <a:spcPct val="90000"/>
            </a:lnSpc>
            <a:spcBef>
              <a:spcPct val="0"/>
            </a:spcBef>
            <a:spcAft>
              <a:spcPct val="35000"/>
            </a:spcAft>
            <a:buNone/>
          </a:pPr>
          <a:r>
            <a:rPr lang="en-US" sz="2800" kern="1200"/>
            <a:t>Improve</a:t>
          </a:r>
        </a:p>
      </dsp:txBody>
      <dsp:txXfrm>
        <a:off x="5750192" y="683279"/>
        <a:ext cx="2763996" cy="829199"/>
      </dsp:txXfrm>
    </dsp:sp>
    <dsp:sp modelId="{CD7EEBFE-B781-4150-94CA-FAEC8154F6F5}">
      <dsp:nvSpPr>
        <dsp:cNvPr id="0" name=""/>
        <dsp:cNvSpPr/>
      </dsp:nvSpPr>
      <dsp:spPr>
        <a:xfrm>
          <a:off x="5750192" y="1512479"/>
          <a:ext cx="2763996" cy="1220640"/>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3021" tIns="273021" rIns="273021" bIns="273021" numCol="1" spcCol="1270" anchor="t" anchorCtr="0">
          <a:noAutofit/>
        </a:bodyPr>
        <a:lstStyle/>
        <a:p>
          <a:pPr marL="0" lvl="0" indent="0" algn="l" defTabSz="933450">
            <a:lnSpc>
              <a:spcPct val="90000"/>
            </a:lnSpc>
            <a:spcBef>
              <a:spcPct val="0"/>
            </a:spcBef>
            <a:spcAft>
              <a:spcPct val="35000"/>
            </a:spcAft>
            <a:buNone/>
          </a:pPr>
          <a:r>
            <a:rPr lang="en-US" sz="2100" kern="1200"/>
            <a:t>Improve resource planning</a:t>
          </a:r>
        </a:p>
      </dsp:txBody>
      <dsp:txXfrm>
        <a:off x="5750192" y="1512479"/>
        <a:ext cx="2763996" cy="12206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1D95D4-A642-449D-B67F-E69C525D19FF}">
      <dsp:nvSpPr>
        <dsp:cNvPr id="0" name=""/>
        <dsp:cNvSpPr/>
      </dsp:nvSpPr>
      <dsp:spPr>
        <a:xfrm>
          <a:off x="0" y="65137"/>
          <a:ext cx="8520600" cy="59962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kern="1200"/>
            <a:t>Missing weight data in several sports</a:t>
          </a:r>
          <a:endParaRPr lang="en-US" sz="2500" kern="1200"/>
        </a:p>
      </dsp:txBody>
      <dsp:txXfrm>
        <a:off x="29271" y="94408"/>
        <a:ext cx="8462058" cy="541083"/>
      </dsp:txXfrm>
    </dsp:sp>
    <dsp:sp modelId="{8DE825FC-10D5-4281-BD1C-F4668BED0B8A}">
      <dsp:nvSpPr>
        <dsp:cNvPr id="0" name=""/>
        <dsp:cNvSpPr/>
      </dsp:nvSpPr>
      <dsp:spPr>
        <a:xfrm>
          <a:off x="0" y="736762"/>
          <a:ext cx="8520600" cy="59962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kern="1200"/>
            <a:t>Inconsistent reporting across countries</a:t>
          </a:r>
          <a:endParaRPr lang="en-US" sz="2500" kern="1200"/>
        </a:p>
      </dsp:txBody>
      <dsp:txXfrm>
        <a:off x="29271" y="766033"/>
        <a:ext cx="8462058" cy="541083"/>
      </dsp:txXfrm>
    </dsp:sp>
    <dsp:sp modelId="{D08AA811-4BA8-4884-A8A5-8700B68F5BD6}">
      <dsp:nvSpPr>
        <dsp:cNvPr id="0" name=""/>
        <dsp:cNvSpPr/>
      </dsp:nvSpPr>
      <dsp:spPr>
        <a:xfrm>
          <a:off x="0" y="1408387"/>
          <a:ext cx="8520600" cy="59962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kern="1200"/>
            <a:t>GDP not adjusted for population</a:t>
          </a:r>
          <a:endParaRPr lang="en-US" sz="2500" kern="1200"/>
        </a:p>
      </dsp:txBody>
      <dsp:txXfrm>
        <a:off x="29271" y="1437658"/>
        <a:ext cx="8462058" cy="541083"/>
      </dsp:txXfrm>
    </dsp:sp>
    <dsp:sp modelId="{05B042CF-CBC0-411B-BA00-62FAB71B209F}">
      <dsp:nvSpPr>
        <dsp:cNvPr id="0" name=""/>
        <dsp:cNvSpPr/>
      </dsp:nvSpPr>
      <dsp:spPr>
        <a:xfrm>
          <a:off x="0" y="2080012"/>
          <a:ext cx="8520600" cy="59962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kern="1200"/>
            <a:t>Some athletes missing demographic fields</a:t>
          </a:r>
          <a:endParaRPr lang="en-US" sz="2500" kern="1200"/>
        </a:p>
      </dsp:txBody>
      <dsp:txXfrm>
        <a:off x="29271" y="2109283"/>
        <a:ext cx="8462058" cy="541083"/>
      </dsp:txXfrm>
    </dsp:sp>
    <dsp:sp modelId="{8FE802C3-F514-44EE-ADA9-77166F304055}">
      <dsp:nvSpPr>
        <dsp:cNvPr id="0" name=""/>
        <dsp:cNvSpPr/>
      </dsp:nvSpPr>
      <dsp:spPr>
        <a:xfrm>
          <a:off x="0" y="2751637"/>
          <a:ext cx="8520600" cy="59962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kern="1200"/>
            <a:t>“Unknown” values used to avoid bias</a:t>
          </a:r>
          <a:endParaRPr lang="en-US" sz="2500" kern="1200"/>
        </a:p>
      </dsp:txBody>
      <dsp:txXfrm>
        <a:off x="29271" y="2780908"/>
        <a:ext cx="8462058" cy="54108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926AB7-C3FD-4A5E-B3E7-D8904D047F56}">
      <dsp:nvSpPr>
        <dsp:cNvPr id="0" name=""/>
        <dsp:cNvSpPr/>
      </dsp:nvSpPr>
      <dsp:spPr>
        <a:xfrm>
          <a:off x="84318" y="312108"/>
          <a:ext cx="1105697" cy="110569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845D80-39F0-4300-AAE6-C757A1940C80}">
      <dsp:nvSpPr>
        <dsp:cNvPr id="0" name=""/>
        <dsp:cNvSpPr/>
      </dsp:nvSpPr>
      <dsp:spPr>
        <a:xfrm>
          <a:off x="316514" y="544305"/>
          <a:ext cx="641304" cy="6413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68FCC89-1825-4CE0-A286-157C748899D3}">
      <dsp:nvSpPr>
        <dsp:cNvPr id="0" name=""/>
        <dsp:cNvSpPr/>
      </dsp:nvSpPr>
      <dsp:spPr>
        <a:xfrm>
          <a:off x="1426950" y="312108"/>
          <a:ext cx="2606286" cy="11056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100000"/>
            </a:lnSpc>
            <a:spcBef>
              <a:spcPct val="0"/>
            </a:spcBef>
            <a:spcAft>
              <a:spcPct val="35000"/>
            </a:spcAft>
            <a:buNone/>
          </a:pPr>
          <a:r>
            <a:rPr lang="en-GB" sz="2300" kern="1200"/>
            <a:t>Add more historical Olympics</a:t>
          </a:r>
          <a:endParaRPr lang="en-US" sz="2300" kern="1200"/>
        </a:p>
      </dsp:txBody>
      <dsp:txXfrm>
        <a:off x="1426950" y="312108"/>
        <a:ext cx="2606286" cy="1105697"/>
      </dsp:txXfrm>
    </dsp:sp>
    <dsp:sp modelId="{688E16D9-B201-4D5B-BFE0-EBA49934F34E}">
      <dsp:nvSpPr>
        <dsp:cNvPr id="0" name=""/>
        <dsp:cNvSpPr/>
      </dsp:nvSpPr>
      <dsp:spPr>
        <a:xfrm>
          <a:off x="4487362" y="312108"/>
          <a:ext cx="1105697" cy="110569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687446-6693-4842-B4D3-FBDA1DA17B98}">
      <dsp:nvSpPr>
        <dsp:cNvPr id="0" name=""/>
        <dsp:cNvSpPr/>
      </dsp:nvSpPr>
      <dsp:spPr>
        <a:xfrm>
          <a:off x="4719559" y="544305"/>
          <a:ext cx="641304" cy="6413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361FF1-2A4F-495F-905C-472E232B223F}">
      <dsp:nvSpPr>
        <dsp:cNvPr id="0" name=""/>
        <dsp:cNvSpPr/>
      </dsp:nvSpPr>
      <dsp:spPr>
        <a:xfrm>
          <a:off x="5829995" y="312108"/>
          <a:ext cx="2606286" cy="11056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100000"/>
            </a:lnSpc>
            <a:spcBef>
              <a:spcPct val="0"/>
            </a:spcBef>
            <a:spcAft>
              <a:spcPct val="35000"/>
            </a:spcAft>
            <a:buNone/>
          </a:pPr>
          <a:r>
            <a:rPr lang="en-GB" sz="2300" kern="1200"/>
            <a:t>Include injury or performance metrics</a:t>
          </a:r>
          <a:endParaRPr lang="en-US" sz="2300" kern="1200"/>
        </a:p>
      </dsp:txBody>
      <dsp:txXfrm>
        <a:off x="5829995" y="312108"/>
        <a:ext cx="2606286" cy="1105697"/>
      </dsp:txXfrm>
    </dsp:sp>
    <dsp:sp modelId="{11471DA2-D995-49BB-A41E-AF508025E37D}">
      <dsp:nvSpPr>
        <dsp:cNvPr id="0" name=""/>
        <dsp:cNvSpPr/>
      </dsp:nvSpPr>
      <dsp:spPr>
        <a:xfrm>
          <a:off x="84318" y="1998594"/>
          <a:ext cx="1105697" cy="110569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C2FDA4-C5E1-44DB-8369-E40C67C6A6B0}">
      <dsp:nvSpPr>
        <dsp:cNvPr id="0" name=""/>
        <dsp:cNvSpPr/>
      </dsp:nvSpPr>
      <dsp:spPr>
        <a:xfrm>
          <a:off x="316514" y="2230790"/>
          <a:ext cx="641304" cy="64130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7398260-B6FF-4610-BB38-1F3F8C9B1C7C}">
      <dsp:nvSpPr>
        <dsp:cNvPr id="0" name=""/>
        <dsp:cNvSpPr/>
      </dsp:nvSpPr>
      <dsp:spPr>
        <a:xfrm>
          <a:off x="1426950" y="1998594"/>
          <a:ext cx="2606286" cy="11056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100000"/>
            </a:lnSpc>
            <a:spcBef>
              <a:spcPct val="0"/>
            </a:spcBef>
            <a:spcAft>
              <a:spcPct val="35000"/>
            </a:spcAft>
            <a:buNone/>
          </a:pPr>
          <a:r>
            <a:rPr lang="en-GB" sz="2300" kern="1200"/>
            <a:t>Conduct predictive modeling for medal outcomes</a:t>
          </a:r>
          <a:endParaRPr lang="en-US" sz="2300" kern="1200"/>
        </a:p>
      </dsp:txBody>
      <dsp:txXfrm>
        <a:off x="1426950" y="1998594"/>
        <a:ext cx="2606286" cy="1105697"/>
      </dsp:txXfrm>
    </dsp:sp>
    <dsp:sp modelId="{72A476F4-3C03-437D-AB65-593E593C6788}">
      <dsp:nvSpPr>
        <dsp:cNvPr id="0" name=""/>
        <dsp:cNvSpPr/>
      </dsp:nvSpPr>
      <dsp:spPr>
        <a:xfrm>
          <a:off x="4487362" y="1998594"/>
          <a:ext cx="1105697" cy="110569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D1C8A4-59BA-4A46-A813-10789D5E57E1}">
      <dsp:nvSpPr>
        <dsp:cNvPr id="0" name=""/>
        <dsp:cNvSpPr/>
      </dsp:nvSpPr>
      <dsp:spPr>
        <a:xfrm>
          <a:off x="4719559" y="2230790"/>
          <a:ext cx="641304" cy="64130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2647AD3-0413-4690-8332-CDE12B631EC8}">
      <dsp:nvSpPr>
        <dsp:cNvPr id="0" name=""/>
        <dsp:cNvSpPr/>
      </dsp:nvSpPr>
      <dsp:spPr>
        <a:xfrm>
          <a:off x="5829995" y="1998594"/>
          <a:ext cx="2606286" cy="11056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100000"/>
            </a:lnSpc>
            <a:spcBef>
              <a:spcPct val="0"/>
            </a:spcBef>
            <a:spcAft>
              <a:spcPct val="35000"/>
            </a:spcAft>
            <a:buNone/>
          </a:pPr>
          <a:r>
            <a:rPr lang="en-GB" sz="2300" kern="1200"/>
            <a:t>Analyze impact of new or removed sports</a:t>
          </a:r>
          <a:endParaRPr lang="en-US" sz="2300" kern="1200"/>
        </a:p>
      </dsp:txBody>
      <dsp:txXfrm>
        <a:off x="5829995" y="1998594"/>
        <a:ext cx="2606286" cy="1105697"/>
      </dsp:txXfrm>
    </dsp:sp>
  </dsp:spTree>
</dsp:drawing>
</file>

<file path=ppt/diagrams/layout1.xml><?xml version="1.0" encoding="utf-8"?>
<dgm:layoutDef xmlns:dgm="http://schemas.openxmlformats.org/drawingml/2006/diagram" xmlns:a="http://schemas.openxmlformats.org/drawingml/2006/main" uniqueId="urn:microsoft.com/office/officeart/2016/7/layout/VerticalHollowActionList">
  <dgm:title val="Vertical Hollow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solidFgAcc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HorizontalActionList">
  <dgm:title val="Horizontal Action List"/>
  <dgm:desc val="Used to show non-sequential or grouped lists of information. Works well with large amounts of text. All text has the same level of emphasis, and direction is not implied."/>
  <dgm:catLst>
    <dgm:cat type="list"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54"/>
      <dgm:constr type="primFontSz" for="des" forName="desTx" refType="primFontSz" refFor="des" refForName="parTx" op="lte" fact="0.75"/>
      <dgm:constr type="h" for="des" forName="desTx"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varLst>
          <dgm:alg type="tx"/>
          <dgm:shape xmlns:r="http://schemas.openxmlformats.org/officeDocument/2006/relationships" type="rect" r:blip="">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8"/>
            <dgm:constr type="tMarg" refType="w" fact="0.28"/>
            <dgm:constr type="bMarg" refType="w" fact="0.28"/>
            <dgm:constr type="lMarg" refType="w" fact="0.28"/>
            <dgm:constr type="rMarg" refType="w" fact="0.28"/>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Hello, my name is Ra’Dicea Davis-Matthews</a:t>
            </a:r>
            <a:r>
              <a:rPr lang="en-US" dirty="0"/>
              <a:t>and today I’ll be presenting my Olympic Data Analytics Capstone Project. This project combines Python, Tableau, and statistical analysis to uncover meaningful patterns about athlete demographics, participation, and performance.</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The goal of this project is to answer a simple but important question: what factors shape Olympic participation and performance? To do this, I analyzed athlete demographics, country participation, gender representation, and economic data from Paris 2024, and compared these trends to Rio 2016. This gives a full picture of how opportunity, resources, and physical demands influence performance.</a:t>
            </a:r>
          </a:p>
        </p:txBody>
      </p:sp>
    </p:spTree>
    <p:extLst>
      <p:ext uri="{BB962C8B-B14F-4D97-AF65-F5344CB8AC3E}">
        <p14:creationId xmlns:p14="http://schemas.microsoft.com/office/powerpoint/2010/main" val="28144811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These business questions guided the project. First, I needed to understand who the athletes are. Second, I looked at how countries participate and whether gender equity is truly being achieved. Third, I explored the economic patterns behind participation and medals. Finally, I validated these insights with statistical tests to ensure the patterns are real and meaningful.</a:t>
            </a:r>
          </a:p>
        </p:txBody>
      </p:sp>
    </p:spTree>
    <p:extLst>
      <p:ext uri="{BB962C8B-B14F-4D97-AF65-F5344CB8AC3E}">
        <p14:creationId xmlns:p14="http://schemas.microsoft.com/office/powerpoint/2010/main" val="33446625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a5b80f8e1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a5b80f8e1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Olympics bring together over 10,500 athletes from 206 countries, creating one of the richest sports datasets in the world. National committees rely on analytics to understand athlete performance, identify equity gaps, and decide where to invest. This project simulates the role of an Olympic Data Analyst.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a826d6dc4e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a826d6dc4e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To answer these questions I used the Paris 2024 and Rio 2016 dataset from Kaggle and the World Bank GDP dataset. </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a82f484e64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a82f484e64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My analysis focused on demographics, representation, economic impacts, and statistical validation while also comparing 2024 to Rio 2016.</a:t>
            </a:r>
          </a:p>
          <a:p>
            <a:pPr marL="0" lvl="0" indent="0" algn="l" rtl="0">
              <a:spcBef>
                <a:spcPts val="0"/>
              </a:spcBef>
              <a:spcAft>
                <a:spcPts val="0"/>
              </a:spcAft>
              <a:buNone/>
            </a:pPr>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a826d6dc4e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a826d6dc4e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I started with Python to clean and organize the data, I loaded all the datasets, cleaned missing values, standardized dates, calculated athlete ages, created age groups, cleaned GDP columns, and added delegation size. I then merged everything together by country code. This step ensured that I had a reliable analysis ready data set for Tableau.</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a826d6dc4e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3a826d6dc4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After cleaning I joined athletes, medals, and GDP data using the country code. After engineering new features and nesting athletes per country, I exported the finished dataset into a clean file used in Tableau. This file called “</a:t>
            </a:r>
            <a:r>
              <a:rPr lang="en-GB" dirty="0" err="1"/>
              <a:t>merged_data_clean</a:t>
            </a:r>
            <a:r>
              <a:rPr lang="en-GB" dirty="0"/>
              <a:t>” is what I used to help build my dashboard, additionally once I start building in tableau I find that my athletes column has its data all inside one </a:t>
            </a:r>
            <a:r>
              <a:rPr lang="en-GB" dirty="0" err="1"/>
              <a:t>coloumn</a:t>
            </a:r>
            <a:r>
              <a:rPr lang="en-GB" dirty="0"/>
              <a:t> so I end up creating a separate file in python, cleaning it and organizing it and this file is called “athletes_data.csv” both of this datasets help build my dashboard.</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a826d6dc4e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a826d6dc4e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Tableau, I built visuals for demographics, gender, participation, economics, and country comparison, and combined them into interactive dashboards.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a826d6dc4e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a826d6dc4e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Looking at Paris 2024 the age distribution shows a clear peak in the mid 20s, which aligns with the prime performance years in many sports, but certain sports trend younger or older. Height and weight vary dramatically depending on the sport. Gymnast, swimmers, and track athletes have very different profiles. One challenge was that several sports didn’t include weight data this is likely because weigh-ins are not mandatory. I left those values missing to keep the data accurate, filtering them out when necessary.</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a826d6dc4e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a826d6dc4e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Paris 2024 Participation showed strong gender balance overall. Many sports had balanced representation, although some still leaned heavily male or female. Countries participation varied widely in delegation size ranging from over 500 athletes to fewer than five..</a:t>
            </a: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a826d6dc4e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a826d6dc4e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Next I connected GDP to Olympic participation. Higher-income countries generally sent more athletes and won more medals. But when you analyse medal efficiency, medals per athlete told a different story. Smaller nations can sometimes outperform, often due to </a:t>
            </a:r>
            <a:r>
              <a:rPr lang="en-GB" dirty="0" err="1"/>
              <a:t>speclization</a:t>
            </a:r>
            <a:r>
              <a:rPr lang="en-GB" dirty="0"/>
              <a:t>. Countries like Jamaica and Kenya performed extremely well per athlete proving that Olympic success isn’t only about size or wealth. This shows that specialization and strategy matter just as much as resources.</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For this part of my analysis , I calculated summary statistics for athlete age, gender, height, and weight and compared American athletes to the rest of the world.</a:t>
            </a:r>
          </a:p>
        </p:txBody>
      </p:sp>
    </p:spTree>
    <p:extLst>
      <p:ext uri="{BB962C8B-B14F-4D97-AF65-F5344CB8AC3E}">
        <p14:creationId xmlns:p14="http://schemas.microsoft.com/office/powerpoint/2010/main" val="13755401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These tests mathematically confirm whether trends we saw visually are statistically meaningful.</a:t>
            </a:r>
          </a:p>
        </p:txBody>
      </p:sp>
    </p:spTree>
    <p:extLst>
      <p:ext uri="{BB962C8B-B14F-4D97-AF65-F5344CB8AC3E}">
        <p14:creationId xmlns:p14="http://schemas.microsoft.com/office/powerpoint/2010/main" val="36683463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Medalists were slightly older, suggesting experience matters</a:t>
            </a:r>
          </a:p>
        </p:txBody>
      </p:sp>
    </p:spTree>
    <p:extLst>
      <p:ext uri="{BB962C8B-B14F-4D97-AF65-F5344CB8AC3E}">
        <p14:creationId xmlns:p14="http://schemas.microsoft.com/office/powerpoint/2010/main" val="11920574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Height differences across sports are statistically significant and reflect the demands of each sport</a:t>
            </a:r>
          </a:p>
        </p:txBody>
      </p:sp>
    </p:spTree>
    <p:extLst>
      <p:ext uri="{BB962C8B-B14F-4D97-AF65-F5344CB8AC3E}">
        <p14:creationId xmlns:p14="http://schemas.microsoft.com/office/powerpoint/2010/main" val="24950301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Men and women medaled at nearly identical rates in 2024.</a:t>
            </a:r>
          </a:p>
        </p:txBody>
      </p:sp>
    </p:spTree>
    <p:extLst>
      <p:ext uri="{BB962C8B-B14F-4D97-AF65-F5344CB8AC3E}">
        <p14:creationId xmlns:p14="http://schemas.microsoft.com/office/powerpoint/2010/main" val="36800799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Using GDP quantiles, we see medals heavily concentrated among high-GDP nations. This confirms a statistically significant relationship.</a:t>
            </a:r>
          </a:p>
        </p:txBody>
      </p:sp>
    </p:spTree>
    <p:extLst>
      <p:ext uri="{BB962C8B-B14F-4D97-AF65-F5344CB8AC3E}">
        <p14:creationId xmlns:p14="http://schemas.microsoft.com/office/powerpoint/2010/main" val="37054221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a82f484e64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a82f484e64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To summarize the 2024 findings athlete traits very by sport, Gender equity continues to improve. GDP greatly influences participation but smaller teams can still succeed through specialization. This sets the stage for comparing modern trends to past Olympics.</a:t>
            </a: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a82f484e64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a82f484e64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Comparing Rio to Paris shows improved gender equity and growing global participation.</a:t>
            </a: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a82f484e64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a82f484e6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a:t>These insights help Olympic Committees make smarter decisions about where to invest in athlete development, which sports to prioritize, and how to allocate resources effectively.Understanding demographic patterns supports long-term planning and scouting strategies.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a82f484e64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a82f484e64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t>For sports federations, this data can highlight gender gaps, reveal performance strengths, and guide partnerships or training programs.</a:t>
            </a:r>
            <a:endParaRPr/>
          </a:p>
          <a:p>
            <a:pPr marL="0" lvl="0" indent="0" algn="l" rtl="0">
              <a:spcBef>
                <a:spcPts val="0"/>
              </a:spcBef>
              <a:spcAft>
                <a:spcPts val="0"/>
              </a:spcAft>
              <a:buNone/>
            </a:pPr>
            <a:r>
              <a:rPr lang="en-GB"/>
              <a:t>It can also help identify emerging talent and support countries with fewer resources.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a82f484e64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a82f484e64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a:t>Of course, the analysis has limitations. Not all sports reported weight data. Some countries had incomplete demographic fields. GDP wasn’t adjusted for population size. I filled missing values with ‘Unknown’ to avoid distortion, but this still limits certain analyses.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a82f484e64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a82f484e64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t>In conclusion, Paris 2024 reflects growing gender equity, stable athlete demographics, and strong relationships between GDP and participation.</a:t>
            </a:r>
            <a:endParaRPr/>
          </a:p>
          <a:p>
            <a:pPr marL="0" lvl="0" indent="0" algn="l" rtl="0">
              <a:spcBef>
                <a:spcPts val="0"/>
              </a:spcBef>
              <a:spcAft>
                <a:spcPts val="0"/>
              </a:spcAft>
              <a:buNone/>
            </a:pPr>
            <a:r>
              <a:rPr lang="en-GB"/>
              <a:t>Smaller nations continue to stand out through specialization, and long-term trends from 2016 to 2024 show positive shifts in global inclusion and engagement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a82f484e64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3a82f484e64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t>In the future, this project could expand by adding more Olympics like Tokyo 2020 or London 2012 or by building predictive models to forecast medal outcomes.</a:t>
            </a:r>
            <a:endParaRPr/>
          </a:p>
          <a:p>
            <a:pPr marL="0" lvl="0" indent="0" algn="l" rtl="0">
              <a:spcBef>
                <a:spcPts val="0"/>
              </a:spcBef>
              <a:spcAft>
                <a:spcPts val="0"/>
              </a:spcAft>
              <a:buNone/>
            </a:pPr>
            <a:r>
              <a:rPr lang="en-GB"/>
              <a:t>We could also incorporate injury data or performance variability by sport.</a:t>
            </a:r>
            <a:endParaRPr/>
          </a:p>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a82f484e64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a82f484e64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Thank you for listening. I’m happy to answer any questions.</a:t>
            </a: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ctrTitle"/>
          </p:nvPr>
        </p:nvSpPr>
        <p:spPr>
          <a:xfrm>
            <a:off x="2971799" y="1473200"/>
            <a:ext cx="5398295" cy="1816098"/>
          </a:xfrm>
        </p:spPr>
        <p:txBody>
          <a:bodyPr anchor="b">
            <a:normAutofit/>
          </a:bodyPr>
          <a:lstStyle>
            <a:lvl1pPr algn="r">
              <a:defRPr sz="3600">
                <a:effectLst/>
              </a:defRPr>
            </a:lvl1pPr>
          </a:lstStyle>
          <a:p>
            <a:r>
              <a:rPr lang="en-US"/>
              <a:t>Click to edit Master title style</a:t>
            </a:r>
            <a:endParaRPr lang="en-US" dirty="0"/>
          </a:p>
        </p:txBody>
      </p:sp>
      <p:sp>
        <p:nvSpPr>
          <p:cNvPr id="3" name="Subtitle 2"/>
          <p:cNvSpPr>
            <a:spLocks noGrp="1"/>
          </p:cNvSpPr>
          <p:nvPr>
            <p:ph type="subTitle" idx="1"/>
          </p:nvPr>
        </p:nvSpPr>
        <p:spPr>
          <a:xfrm>
            <a:off x="2971799" y="3289300"/>
            <a:ext cx="5398295" cy="1054100"/>
          </a:xfrm>
        </p:spPr>
        <p:txBody>
          <a:bodyPr anchor="t">
            <a:normAutofit/>
          </a:bodyPr>
          <a:lstStyle>
            <a:lvl1pPr marL="0" indent="0" algn="r">
              <a:buNone/>
              <a:defRPr sz="1350" cap="all">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699419" y="4402932"/>
            <a:ext cx="1200150" cy="283369"/>
          </a:xfrm>
        </p:spPr>
        <p:txBody>
          <a:bodyPr/>
          <a:lstStyle/>
          <a:p>
            <a:fld id="{B61BEF0D-F0BB-DE4B-95CE-6DB70DBA9567}" type="datetimeFigureOut">
              <a:rPr lang="en-US" dirty="0"/>
              <a:pPr/>
              <a:t>11/22/2025</a:t>
            </a:fld>
            <a:endParaRPr lang="en-US" dirty="0"/>
          </a:p>
        </p:txBody>
      </p:sp>
      <p:sp>
        <p:nvSpPr>
          <p:cNvPr id="5" name="Footer Placeholder 4"/>
          <p:cNvSpPr>
            <a:spLocks noGrp="1"/>
          </p:cNvSpPr>
          <p:nvPr>
            <p:ph type="ftr" sz="quarter" idx="11"/>
          </p:nvPr>
        </p:nvSpPr>
        <p:spPr>
          <a:xfrm>
            <a:off x="2971799" y="4402932"/>
            <a:ext cx="3670469" cy="283369"/>
          </a:xfrm>
        </p:spPr>
        <p:txBody>
          <a:bodyPr/>
          <a:lstStyle/>
          <a:p>
            <a:endParaRPr lang="en-US" dirty="0"/>
          </a:p>
        </p:txBody>
      </p:sp>
      <p:sp>
        <p:nvSpPr>
          <p:cNvPr id="6" name="Slide Number Placeholder 5"/>
          <p:cNvSpPr>
            <a:spLocks noGrp="1"/>
          </p:cNvSpPr>
          <p:nvPr>
            <p:ph type="sldNum" sz="quarter" idx="12"/>
          </p:nvPr>
        </p:nvSpPr>
        <p:spPr>
          <a:xfrm>
            <a:off x="7956719" y="4402932"/>
            <a:ext cx="413375" cy="283369"/>
          </a:xfrm>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105751718"/>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2368831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1" y="2481436"/>
            <a:ext cx="7598570" cy="1101600"/>
          </a:xfrm>
        </p:spPr>
        <p:txBody>
          <a:bodyPr anchor="b"/>
          <a:lstStyle>
            <a:lvl1pPr algn="l">
              <a:defRPr sz="3000" b="0" cap="all"/>
            </a:lvl1pPr>
          </a:lstStyle>
          <a:p>
            <a:r>
              <a:rPr lang="en-US"/>
              <a:t>Click to edit Master title style</a:t>
            </a:r>
            <a:endParaRPr lang="en-US" dirty="0"/>
          </a:p>
        </p:txBody>
      </p:sp>
      <p:sp>
        <p:nvSpPr>
          <p:cNvPr id="3" name="Text Placeholder 2"/>
          <p:cNvSpPr>
            <a:spLocks noGrp="1"/>
          </p:cNvSpPr>
          <p:nvPr>
            <p:ph type="body" idx="1"/>
          </p:nvPr>
        </p:nvSpPr>
        <p:spPr>
          <a:xfrm>
            <a:off x="514349" y="3583036"/>
            <a:ext cx="7598571" cy="645300"/>
          </a:xfrm>
        </p:spPr>
        <p:txBody>
          <a:bodyPr anchor="t">
            <a:normAutofit/>
          </a:bodyPr>
          <a:lstStyle>
            <a:lvl1pPr marL="0" indent="0" algn="l">
              <a:buNone/>
              <a:defRPr sz="1500" cap="all">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74360765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4351" y="1606550"/>
            <a:ext cx="3746501" cy="273685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66421" y="1606551"/>
            <a:ext cx="3746499" cy="273685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75888408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30252" y="1663700"/>
            <a:ext cx="3531791" cy="432197"/>
          </a:xfrm>
        </p:spPr>
        <p:txBody>
          <a:bodyPr anchor="b">
            <a:noAutofit/>
          </a:bodyPr>
          <a:lstStyle>
            <a:lvl1pPr marL="0" indent="0">
              <a:buNone/>
              <a:defRPr sz="21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14351" y="2152651"/>
            <a:ext cx="3747692" cy="21907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72003" y="1670050"/>
            <a:ext cx="3542110" cy="432197"/>
          </a:xfrm>
        </p:spPr>
        <p:txBody>
          <a:bodyPr anchor="b">
            <a:noAutofit/>
          </a:bodyPr>
          <a:lstStyle>
            <a:lvl1pPr marL="0" indent="0">
              <a:buNone/>
              <a:defRPr sz="21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367612" y="2152651"/>
            <a:ext cx="3746501" cy="21907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95195715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42670211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11/22/2025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203942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0" y="1555750"/>
            <a:ext cx="2760664" cy="1028700"/>
          </a:xfrm>
        </p:spPr>
        <p:txBody>
          <a:bodyPr anchor="b">
            <a:normAutofit/>
          </a:bodyPr>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3486151" y="457201"/>
            <a:ext cx="4626770" cy="38862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4350" y="2584450"/>
            <a:ext cx="2760664" cy="1371600"/>
          </a:xfrm>
        </p:spPr>
        <p:txBody>
          <a:bodyPr anchor="t">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93360007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0" y="1200150"/>
            <a:ext cx="4623490" cy="1028700"/>
          </a:xfrm>
        </p:spPr>
        <p:txBody>
          <a:bodyPr anchor="b">
            <a:normAutofit/>
          </a:bodyPr>
          <a:lstStyle>
            <a:lvl1pPr algn="l">
              <a:defRPr sz="21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52190" y="685800"/>
            <a:ext cx="2460731" cy="3429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14350" y="2228850"/>
            <a:ext cx="4623490" cy="1371600"/>
          </a:xfrm>
        </p:spPr>
        <p:txBody>
          <a:bodyPr anchor="t">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91974200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1" y="3549649"/>
            <a:ext cx="7598570"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8701" y="699084"/>
            <a:ext cx="6569870" cy="2373732"/>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14351" y="3974702"/>
            <a:ext cx="7598570" cy="37028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416943124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1" y="457201"/>
            <a:ext cx="7598570" cy="2343149"/>
          </a:xfrm>
        </p:spPr>
        <p:txBody>
          <a:bodyPr anchor="ctr">
            <a:normAutofit/>
          </a:bodyPr>
          <a:lstStyle>
            <a:lvl1pPr algn="l">
              <a:defRPr sz="2400" b="0" cap="none"/>
            </a:lvl1pPr>
          </a:lstStyle>
          <a:p>
            <a:r>
              <a:rPr lang="en-US"/>
              <a:t>Click to edit Master title style</a:t>
            </a:r>
            <a:endParaRPr lang="en-US" dirty="0"/>
          </a:p>
        </p:txBody>
      </p:sp>
      <p:sp>
        <p:nvSpPr>
          <p:cNvPr id="3" name="Text Placeholder 2"/>
          <p:cNvSpPr>
            <a:spLocks noGrp="1"/>
          </p:cNvSpPr>
          <p:nvPr>
            <p:ph type="body" idx="1"/>
          </p:nvPr>
        </p:nvSpPr>
        <p:spPr>
          <a:xfrm>
            <a:off x="514350" y="3257550"/>
            <a:ext cx="7598571" cy="1085850"/>
          </a:xfrm>
        </p:spPr>
        <p:txBody>
          <a:bodyPr anchor="ctr">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45719654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15" name="TextBox 14"/>
          <p:cNvSpPr txBox="1"/>
          <p:nvPr/>
        </p:nvSpPr>
        <p:spPr>
          <a:xfrm>
            <a:off x="7678400" y="2057400"/>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11" name="TextBox 10"/>
          <p:cNvSpPr txBox="1"/>
          <p:nvPr/>
        </p:nvSpPr>
        <p:spPr>
          <a:xfrm>
            <a:off x="366206" y="617503"/>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2" name="Title 1"/>
          <p:cNvSpPr>
            <a:spLocks noGrp="1"/>
          </p:cNvSpPr>
          <p:nvPr>
            <p:ph type="title"/>
          </p:nvPr>
        </p:nvSpPr>
        <p:spPr>
          <a:xfrm>
            <a:off x="744201" y="457201"/>
            <a:ext cx="7162799" cy="2057399"/>
          </a:xfrm>
        </p:spPr>
        <p:txBody>
          <a:bodyPr anchor="ctr">
            <a:normAutofit/>
          </a:bodyPr>
          <a:lstStyle>
            <a:lvl1pPr algn="l">
              <a:defRPr sz="24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823406" y="2514600"/>
            <a:ext cx="7004388" cy="285750"/>
          </a:xfrm>
        </p:spPr>
        <p:txBody>
          <a:bodyPr anchor="ctr"/>
          <a:lstStyle>
            <a:lvl1pPr marL="0" indent="0">
              <a:buFontTx/>
              <a:buNone/>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15599" y="3257550"/>
            <a:ext cx="7614275" cy="1085850"/>
          </a:xfrm>
        </p:spPr>
        <p:txBody>
          <a:bodyPr anchor="ctr">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52816437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2" y="2481436"/>
            <a:ext cx="7598569" cy="1101600"/>
          </a:xfrm>
        </p:spPr>
        <p:txBody>
          <a:bodyPr anchor="b">
            <a:normAutofit/>
          </a:bodyPr>
          <a:lstStyle>
            <a:lvl1pPr algn="l">
              <a:defRPr sz="2400" b="0" cap="none"/>
            </a:lvl1pPr>
          </a:lstStyle>
          <a:p>
            <a:r>
              <a:rPr lang="en-US"/>
              <a:t>Click to edit Master title style</a:t>
            </a:r>
            <a:endParaRPr lang="en-US" dirty="0"/>
          </a:p>
        </p:txBody>
      </p:sp>
      <p:sp>
        <p:nvSpPr>
          <p:cNvPr id="3" name="Text Placeholder 2"/>
          <p:cNvSpPr>
            <a:spLocks noGrp="1"/>
          </p:cNvSpPr>
          <p:nvPr>
            <p:ph type="body" idx="1"/>
          </p:nvPr>
        </p:nvSpPr>
        <p:spPr>
          <a:xfrm>
            <a:off x="514351" y="3583036"/>
            <a:ext cx="7598570" cy="645300"/>
          </a:xfrm>
        </p:spPr>
        <p:txBody>
          <a:bodyPr anchor="t">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0675007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13" name="TextBox 12"/>
          <p:cNvSpPr txBox="1"/>
          <p:nvPr/>
        </p:nvSpPr>
        <p:spPr>
          <a:xfrm>
            <a:off x="7678400" y="2057400"/>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14" name="TextBox 13"/>
          <p:cNvSpPr txBox="1"/>
          <p:nvPr/>
        </p:nvSpPr>
        <p:spPr>
          <a:xfrm>
            <a:off x="366206" y="617503"/>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16" name="Title 1"/>
          <p:cNvSpPr>
            <a:spLocks noGrp="1"/>
          </p:cNvSpPr>
          <p:nvPr>
            <p:ph type="title"/>
          </p:nvPr>
        </p:nvSpPr>
        <p:spPr>
          <a:xfrm>
            <a:off x="744201" y="457201"/>
            <a:ext cx="7162799" cy="2057399"/>
          </a:xfrm>
        </p:spPr>
        <p:txBody>
          <a:bodyPr anchor="ctr">
            <a:normAutofit/>
          </a:bodyPr>
          <a:lstStyle>
            <a:lvl1pPr algn="l">
              <a:defRPr sz="24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514350" y="2914650"/>
            <a:ext cx="7601577" cy="666750"/>
          </a:xfrm>
        </p:spPr>
        <p:txBody>
          <a:bodyPr vert="horz" lIns="91440" tIns="45720" rIns="91440" bIns="45720" rtlCol="0" anchor="b">
            <a:normAutofit/>
          </a:bodyPr>
          <a:lstStyle>
            <a:lvl1pPr>
              <a:buNone/>
              <a:defRPr lang="en-US" sz="1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514349" y="3581400"/>
            <a:ext cx="7601577" cy="76200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83740584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1" y="457201"/>
            <a:ext cx="7598570" cy="20573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514351" y="2628900"/>
            <a:ext cx="7598571" cy="628650"/>
          </a:xfrm>
        </p:spPr>
        <p:txBody>
          <a:bodyPr vert="horz" lIns="91440" tIns="45720" rIns="91440" bIns="45720" rtlCol="0" anchor="b">
            <a:normAutofit/>
          </a:bodyPr>
          <a:lstStyle>
            <a:lvl1pPr>
              <a:buNone/>
              <a:defRPr lang="en-US" sz="21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514350" y="3257550"/>
            <a:ext cx="7598571" cy="108585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594468874"/>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
        <p:nvSpPr>
          <p:cNvPr id="8" name="Title 1"/>
          <p:cNvSpPr>
            <a:spLocks noGrp="1"/>
          </p:cNvSpPr>
          <p:nvPr>
            <p:ph type="title"/>
          </p:nvPr>
        </p:nvSpPr>
        <p:spPr>
          <a:xfrm>
            <a:off x="514351" y="457201"/>
            <a:ext cx="7598569" cy="1092200"/>
          </a:xfrm>
        </p:spPr>
        <p:txBody>
          <a:bodyPr/>
          <a:lstStyle/>
          <a:p>
            <a:r>
              <a:rPr lang="en-US"/>
              <a:t>Click to edit Master title style</a:t>
            </a:r>
            <a:endParaRPr lang="en-US" dirty="0"/>
          </a:p>
        </p:txBody>
      </p:sp>
    </p:spTree>
    <p:extLst>
      <p:ext uri="{BB962C8B-B14F-4D97-AF65-F5344CB8AC3E}">
        <p14:creationId xmlns:p14="http://schemas.microsoft.com/office/powerpoint/2010/main" val="4277269360"/>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Vertical Title 1"/>
          <p:cNvSpPr>
            <a:spLocks noGrp="1"/>
          </p:cNvSpPr>
          <p:nvPr>
            <p:ph type="title" orient="vert"/>
          </p:nvPr>
        </p:nvSpPr>
        <p:spPr>
          <a:xfrm>
            <a:off x="6494006" y="457200"/>
            <a:ext cx="1618914" cy="38862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4350" y="457200"/>
            <a:ext cx="5874087" cy="38862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661316196"/>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425254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4351" y="457201"/>
            <a:ext cx="7598569" cy="1092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4351" y="1606551"/>
            <a:ext cx="7598569" cy="273685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42245" y="4402932"/>
            <a:ext cx="1200150" cy="283369"/>
          </a:xfrm>
          <a:prstGeom prst="rect">
            <a:avLst/>
          </a:prstGeom>
        </p:spPr>
        <p:txBody>
          <a:bodyPr vert="horz" lIns="91440" tIns="45720" rIns="91440" bIns="45720" rtlCol="0" anchor="ctr"/>
          <a:lstStyle>
            <a:lvl1pPr algn="r">
              <a:defRPr sz="750" b="0" i="0">
                <a:solidFill>
                  <a:schemeClr val="tx1"/>
                </a:solidFill>
                <a:effectLst/>
                <a:latin typeface="+mn-lt"/>
              </a:defRPr>
            </a:lvl1pPr>
          </a:lstStyle>
          <a:p>
            <a:fld id="{B61BEF0D-F0BB-DE4B-95CE-6DB70DBA9567}" type="datetimeFigureOut">
              <a:rPr lang="en-US" dirty="0"/>
              <a:pPr/>
              <a:t>11/22/2025</a:t>
            </a:fld>
            <a:endParaRPr lang="en-US" dirty="0"/>
          </a:p>
        </p:txBody>
      </p:sp>
      <p:sp>
        <p:nvSpPr>
          <p:cNvPr id="5" name="Footer Placeholder 4"/>
          <p:cNvSpPr>
            <a:spLocks noGrp="1"/>
          </p:cNvSpPr>
          <p:nvPr>
            <p:ph type="ftr" sz="quarter" idx="3"/>
          </p:nvPr>
        </p:nvSpPr>
        <p:spPr>
          <a:xfrm>
            <a:off x="514351" y="4402932"/>
            <a:ext cx="5870744" cy="283369"/>
          </a:xfrm>
          <a:prstGeom prst="rect">
            <a:avLst/>
          </a:prstGeom>
        </p:spPr>
        <p:txBody>
          <a:bodyPr vert="horz" lIns="91440" tIns="45720" rIns="91440" bIns="45720" rtlCol="0" anchor="ctr"/>
          <a:lstStyle>
            <a:lvl1pPr algn="l">
              <a:defRPr sz="75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7699546" y="4402932"/>
            <a:ext cx="413375" cy="283369"/>
          </a:xfrm>
          <a:prstGeom prst="rect">
            <a:avLst/>
          </a:prstGeom>
        </p:spPr>
        <p:txBody>
          <a:bodyPr vert="horz" lIns="91440" tIns="45720" rIns="91440" bIns="45720" rtlCol="0" anchor="ctr"/>
          <a:lstStyle>
            <a:lvl1pPr algn="r">
              <a:defRPr sz="750" b="0" i="0">
                <a:solidFill>
                  <a:schemeClr val="tx1"/>
                </a:solidFill>
                <a:effectLst/>
                <a:latin typeface="+mn-lt"/>
              </a:defRPr>
            </a:lvl1p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41168452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hf sldNum="0" hdr="0" ftr="0" dt="0"/>
  <p:txStyles>
    <p:titleStyle>
      <a:lvl1pPr algn="l" defTabSz="342900" rtl="0" eaLnBrk="1" latinLnBrk="0" hangingPunct="1">
        <a:spcBef>
          <a:spcPct val="0"/>
        </a:spcBef>
        <a:buNone/>
        <a:defRPr sz="27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ts val="0"/>
        </a:spcBef>
        <a:spcAft>
          <a:spcPts val="750"/>
        </a:spcAft>
        <a:buClr>
          <a:schemeClr val="tx1"/>
        </a:buClr>
        <a:buSzPct val="100000"/>
        <a:buFont typeface="Arial"/>
        <a:buChar char="•"/>
        <a:defRPr sz="1350" kern="1200" cap="none">
          <a:solidFill>
            <a:schemeClr val="tx1"/>
          </a:solidFill>
          <a:effectLst/>
          <a:latin typeface="+mn-lt"/>
          <a:ea typeface="+mn-ea"/>
          <a:cs typeface="+mn-cs"/>
        </a:defRPr>
      </a:lvl1pPr>
      <a:lvl2pPr marL="557213" indent="-214313" algn="l" defTabSz="342900" rtl="0" eaLnBrk="1" latinLnBrk="0" hangingPunct="1">
        <a:spcBef>
          <a:spcPts val="0"/>
        </a:spcBef>
        <a:spcAft>
          <a:spcPts val="750"/>
        </a:spcAft>
        <a:buClr>
          <a:schemeClr val="tx1"/>
        </a:buClr>
        <a:buSzPct val="100000"/>
        <a:buFont typeface="Arial"/>
        <a:buChar char="•"/>
        <a:defRPr sz="1200" kern="1200" cap="none">
          <a:solidFill>
            <a:schemeClr val="tx1"/>
          </a:solidFill>
          <a:effectLst/>
          <a:latin typeface="+mn-lt"/>
          <a:ea typeface="+mn-ea"/>
          <a:cs typeface="+mn-cs"/>
        </a:defRPr>
      </a:lvl2pPr>
      <a:lvl3pPr marL="900113" indent="-214313" algn="l" defTabSz="342900" rtl="0" eaLnBrk="1" latinLnBrk="0" hangingPunct="1">
        <a:spcBef>
          <a:spcPts val="0"/>
        </a:spcBef>
        <a:spcAft>
          <a:spcPts val="750"/>
        </a:spcAft>
        <a:buClr>
          <a:schemeClr val="tx1"/>
        </a:buClr>
        <a:buSzPct val="100000"/>
        <a:buFont typeface="Arial"/>
        <a:buChar char="•"/>
        <a:defRPr sz="1050" kern="1200" cap="none">
          <a:solidFill>
            <a:schemeClr val="tx1"/>
          </a:solidFill>
          <a:effectLst/>
          <a:latin typeface="+mn-lt"/>
          <a:ea typeface="+mn-ea"/>
          <a:cs typeface="+mn-cs"/>
        </a:defRPr>
      </a:lvl3pPr>
      <a:lvl4pPr marL="1157288" indent="-128588"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4pPr>
      <a:lvl5pPr marL="1500188" indent="-128588"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5pPr>
      <a:lvl6pPr marL="1885950" indent="-171450"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6pPr>
      <a:lvl7pPr marL="2228850" indent="-171450"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7pPr>
      <a:lvl8pPr marL="2571750" indent="-171450"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8pPr>
      <a:lvl9pPr marL="2914650" indent="-171450"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hyperlink" Target="https://creativecommons.org/licenses/by-sa/3.0/" TargetMode="External"/><Relationship Id="rId2" Type="http://schemas.openxmlformats.org/officeDocument/2006/relationships/notesSlide" Target="../notesSlides/notesSlide4.xml"/><Relationship Id="rId1" Type="http://schemas.openxmlformats.org/officeDocument/2006/relationships/slideLayout" Target="../slideLayouts/slideLayout18.xml"/><Relationship Id="rId6" Type="http://schemas.openxmlformats.org/officeDocument/2006/relationships/hyperlink" Target="https://peoplesdispatch.org/tag/2024-olympic-games/" TargetMode="External"/><Relationship Id="rId5" Type="http://schemas.openxmlformats.org/officeDocument/2006/relationships/image" Target="../media/image5.jp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8.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3.png"/><Relationship Id="rId7" Type="http://schemas.openxmlformats.org/officeDocument/2006/relationships/diagramQuickStyle" Target="../diagrams/quickStyle1.xml"/><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1.jpeg"/><Relationship Id="rId9" Type="http://schemas.microsoft.com/office/2007/relationships/diagramDrawing" Target="../diagrams/drawing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8.xml"/><Relationship Id="rId5" Type="http://schemas.openxmlformats.org/officeDocument/2006/relationships/image" Target="../media/image10.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8.xml"/><Relationship Id="rId5" Type="http://schemas.openxmlformats.org/officeDocument/2006/relationships/image" Target="../media/image11.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8.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8.xml"/><Relationship Id="rId5" Type="http://schemas.openxmlformats.org/officeDocument/2006/relationships/image" Target="../media/image11.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8.xml"/><Relationship Id="rId5" Type="http://schemas.openxmlformats.org/officeDocument/2006/relationships/image" Target="../media/image1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1.xml"/><Relationship Id="rId1" Type="http://schemas.openxmlformats.org/officeDocument/2006/relationships/slideLayout" Target="../slideLayouts/slideLayout1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2.xml"/><Relationship Id="rId1" Type="http://schemas.openxmlformats.org/officeDocument/2006/relationships/slideLayout" Target="../slideLayouts/slideLayout1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3.xml"/><Relationship Id="rId1" Type="http://schemas.openxmlformats.org/officeDocument/2006/relationships/slideLayout" Target="../slideLayouts/slideLayout18.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18.xml"/><Relationship Id="rId6" Type="http://schemas.openxmlformats.org/officeDocument/2006/relationships/image" Target="../media/image11.png"/><Relationship Id="rId5" Type="http://schemas.openxmlformats.org/officeDocument/2006/relationships/image" Target="../media/image16.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5.xml"/><Relationship Id="rId1" Type="http://schemas.openxmlformats.org/officeDocument/2006/relationships/slideLayout" Target="../slideLayouts/slideLayout18.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Shape 53"/>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DF43132E-D4DF-4A83-9344-A782D0F5D9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Google Shape;54;p13"/>
          <p:cNvSpPr txBox="1">
            <a:spLocks noGrp="1"/>
          </p:cNvSpPr>
          <p:nvPr>
            <p:ph type="ctrTitle"/>
          </p:nvPr>
        </p:nvSpPr>
        <p:spPr>
          <a:xfrm>
            <a:off x="773906" y="909701"/>
            <a:ext cx="4515133" cy="3324097"/>
          </a:xfrm>
          <a:prstGeom prst="rect">
            <a:avLst/>
          </a:prstGeom>
        </p:spPr>
        <p:txBody>
          <a:bodyPr spcFirstLastPara="1" lIns="91425" tIns="91425" rIns="91425" bIns="91425" anchor="ctr" anchorCtr="0">
            <a:normAutofit/>
          </a:bodyPr>
          <a:lstStyle/>
          <a:p>
            <a:pPr marL="0" lvl="0" indent="0" rtl="0">
              <a:lnSpc>
                <a:spcPct val="90000"/>
              </a:lnSpc>
              <a:spcBef>
                <a:spcPts val="0"/>
              </a:spcBef>
              <a:spcAft>
                <a:spcPts val="0"/>
              </a:spcAft>
              <a:buClr>
                <a:schemeClr val="dk1"/>
              </a:buClr>
              <a:buSzPts val="1100"/>
              <a:buFont typeface="Arial"/>
              <a:buNone/>
            </a:pPr>
            <a:r>
              <a:rPr lang="en-US" sz="2400" b="1" dirty="0" err="1"/>
              <a:t>Olymic</a:t>
            </a:r>
            <a:r>
              <a:rPr lang="en-US" sz="2400" b="1" dirty="0"/>
              <a:t> Data Analytics Capstone Project:</a:t>
            </a:r>
          </a:p>
          <a:p>
            <a:pPr lvl="0">
              <a:lnSpc>
                <a:spcPct val="90000"/>
              </a:lnSpc>
              <a:spcBef>
                <a:spcPts val="0"/>
              </a:spcBef>
              <a:buClr>
                <a:schemeClr val="dk1"/>
              </a:buClr>
              <a:buSzPts val="1100"/>
            </a:pPr>
            <a:r>
              <a:rPr lang="en-US" sz="2400" i="1" dirty="0"/>
              <a:t>Who Competes, Who Wins, and Why It Matters</a:t>
            </a:r>
            <a:br>
              <a:rPr lang="en-US" sz="2400" i="1" dirty="0"/>
            </a:br>
            <a:r>
              <a:rPr lang="en-US" sz="2400" i="1" dirty="0"/>
              <a:t>Paris 2024 + Historical Comparison (Rio 2016)</a:t>
            </a:r>
          </a:p>
          <a:p>
            <a:pPr marL="0" lvl="0" indent="0" rtl="0">
              <a:lnSpc>
                <a:spcPct val="90000"/>
              </a:lnSpc>
              <a:spcBef>
                <a:spcPts val="0"/>
              </a:spcBef>
              <a:spcAft>
                <a:spcPts val="0"/>
              </a:spcAft>
              <a:buNone/>
            </a:pPr>
            <a:r>
              <a:rPr lang="en-US" sz="2400" b="1" dirty="0"/>
              <a:t>By:</a:t>
            </a:r>
          </a:p>
          <a:p>
            <a:pPr marL="0" lvl="0" indent="0" rtl="0">
              <a:lnSpc>
                <a:spcPct val="90000"/>
              </a:lnSpc>
              <a:spcBef>
                <a:spcPts val="0"/>
              </a:spcBef>
              <a:spcAft>
                <a:spcPts val="0"/>
              </a:spcAft>
              <a:buNone/>
            </a:pPr>
            <a:r>
              <a:rPr lang="en-US" sz="2000" i="1" dirty="0"/>
              <a:t>By Ra’Dicea Davis-Matthews</a:t>
            </a:r>
          </a:p>
          <a:p>
            <a:pPr marL="0" lvl="0" indent="0" rtl="0">
              <a:lnSpc>
                <a:spcPct val="90000"/>
              </a:lnSpc>
              <a:spcBef>
                <a:spcPts val="0"/>
              </a:spcBef>
              <a:spcAft>
                <a:spcPts val="0"/>
              </a:spcAft>
              <a:buNone/>
            </a:pPr>
            <a:r>
              <a:rPr lang="en-US" sz="2000" i="1" dirty="0"/>
              <a:t>Capstone Project – Data Analytics</a:t>
            </a:r>
          </a:p>
          <a:p>
            <a:pPr marL="0" lvl="0" indent="0" rtl="0">
              <a:lnSpc>
                <a:spcPct val="90000"/>
              </a:lnSpc>
              <a:spcBef>
                <a:spcPts val="0"/>
              </a:spcBef>
              <a:spcAft>
                <a:spcPts val="0"/>
              </a:spcAft>
              <a:buNone/>
            </a:pPr>
            <a:endParaRPr lang="en-US" sz="2400" b="1" dirty="0"/>
          </a:p>
          <a:p>
            <a:pPr marL="0" lvl="0" indent="0" rtl="0">
              <a:lnSpc>
                <a:spcPct val="90000"/>
              </a:lnSpc>
              <a:spcBef>
                <a:spcPts val="0"/>
              </a:spcBef>
              <a:spcAft>
                <a:spcPts val="0"/>
              </a:spcAft>
              <a:buNone/>
            </a:pPr>
            <a:endParaRPr lang="en-US" sz="2400" b="1" dirty="0"/>
          </a:p>
        </p:txBody>
      </p:sp>
      <p:cxnSp>
        <p:nvCxnSpPr>
          <p:cNvPr id="61" name="Straight Connector 60">
            <a:extLst>
              <a:ext uri="{FF2B5EF4-FFF2-40B4-BE49-F238E27FC236}">
                <a16:creationId xmlns:a16="http://schemas.microsoft.com/office/drawing/2014/main" id="{6AA24BC1-1577-4586-AD7A-417660E3725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0992" y="1251585"/>
            <a:ext cx="0" cy="2640330"/>
          </a:xfrm>
          <a:prstGeom prst="line">
            <a:avLst/>
          </a:prstGeom>
          <a:ln w="1905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54"/>
                                        </p:tgtEl>
                                        <p:attrNameLst>
                                          <p:attrName>style.visibility</p:attrName>
                                        </p:attrNameLst>
                                      </p:cBhvr>
                                      <p:to>
                                        <p:strVal val="visible"/>
                                      </p:to>
                                    </p:set>
                                    <p:animEffect transition="in" filter="fade">
                                      <p:cBhvr>
                                        <p:cTn id="7" dur="4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8BD78ED-75E1-4879-B369-BC61F7C45E2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1618" cy="5142160"/>
          </a:xfrm>
          <a:prstGeom prst="rect">
            <a:avLst/>
          </a:prstGeom>
        </p:spPr>
      </p:pic>
      <p:sp useBgFill="1">
        <p:nvSpPr>
          <p:cNvPr id="9" name="Rectangle 8">
            <a:extLst>
              <a:ext uri="{FF2B5EF4-FFF2-40B4-BE49-F238E27FC236}">
                <a16:creationId xmlns:a16="http://schemas.microsoft.com/office/drawing/2014/main" id="{DF43132E-D4DF-4A83-9344-A782D0F5D9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13CB87-1CC4-694A-0FA2-410F1C5FE12D}"/>
              </a:ext>
            </a:extLst>
          </p:cNvPr>
          <p:cNvSpPr>
            <a:spLocks noGrp="1"/>
          </p:cNvSpPr>
          <p:nvPr>
            <p:ph type="title"/>
          </p:nvPr>
        </p:nvSpPr>
        <p:spPr>
          <a:xfrm>
            <a:off x="773906" y="909701"/>
            <a:ext cx="4515133" cy="3324097"/>
          </a:xfrm>
        </p:spPr>
        <p:txBody>
          <a:bodyPr vert="horz" lIns="91440" tIns="45720" rIns="91440" bIns="45720" rtlCol="0" anchor="ctr">
            <a:normAutofit/>
          </a:bodyPr>
          <a:lstStyle/>
          <a:p>
            <a:pPr algn="r" defTabSz="457200"/>
            <a:r>
              <a:rPr lang="en-US" sz="5000"/>
              <a:t>INTRODUCTION</a:t>
            </a:r>
          </a:p>
        </p:txBody>
      </p:sp>
      <p:cxnSp>
        <p:nvCxnSpPr>
          <p:cNvPr id="11" name="Straight Connector 10">
            <a:extLst>
              <a:ext uri="{FF2B5EF4-FFF2-40B4-BE49-F238E27FC236}">
                <a16:creationId xmlns:a16="http://schemas.microsoft.com/office/drawing/2014/main" id="{6AA24BC1-1577-4586-AD7A-417660E3725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0992" y="1251585"/>
            <a:ext cx="0" cy="264033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5048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5AA05-B233-60BF-67D6-2CA6EFDA7972}"/>
              </a:ext>
            </a:extLst>
          </p:cNvPr>
          <p:cNvSpPr>
            <a:spLocks noGrp="1"/>
          </p:cNvSpPr>
          <p:nvPr>
            <p:ph type="title"/>
          </p:nvPr>
        </p:nvSpPr>
        <p:spPr>
          <a:xfrm>
            <a:off x="514351" y="457200"/>
            <a:ext cx="4711700" cy="1092200"/>
          </a:xfrm>
        </p:spPr>
        <p:txBody>
          <a:bodyPr>
            <a:normAutofit/>
          </a:bodyPr>
          <a:lstStyle/>
          <a:p>
            <a:pPr>
              <a:lnSpc>
                <a:spcPct val="90000"/>
              </a:lnSpc>
            </a:pPr>
            <a:r>
              <a:rPr lang="en-US" sz="2300" b="1"/>
              <a:t>Problem Statement</a:t>
            </a:r>
            <a:br>
              <a:rPr lang="en-US" sz="2300" b="1"/>
            </a:br>
            <a:br>
              <a:rPr lang="en-US" sz="2300"/>
            </a:br>
            <a:endParaRPr lang="en-US" sz="2300"/>
          </a:p>
        </p:txBody>
      </p:sp>
      <p:sp>
        <p:nvSpPr>
          <p:cNvPr id="3" name="Content Placeholder 2">
            <a:extLst>
              <a:ext uri="{FF2B5EF4-FFF2-40B4-BE49-F238E27FC236}">
                <a16:creationId xmlns:a16="http://schemas.microsoft.com/office/drawing/2014/main" id="{28F6C136-DC66-3CB9-0BAE-1D0599B5B610}"/>
              </a:ext>
            </a:extLst>
          </p:cNvPr>
          <p:cNvSpPr>
            <a:spLocks noGrp="1"/>
          </p:cNvSpPr>
          <p:nvPr>
            <p:ph idx="1"/>
          </p:nvPr>
        </p:nvSpPr>
        <p:spPr>
          <a:xfrm>
            <a:off x="276836" y="341291"/>
            <a:ext cx="5319033" cy="4726546"/>
          </a:xfrm>
        </p:spPr>
        <p:txBody>
          <a:bodyPr>
            <a:normAutofit/>
          </a:bodyPr>
          <a:lstStyle/>
          <a:p>
            <a:pPr>
              <a:lnSpc>
                <a:spcPct val="90000"/>
              </a:lnSpc>
              <a:buNone/>
            </a:pPr>
            <a:r>
              <a:rPr lang="en-US" sz="1400" dirty="0"/>
              <a:t>	The Olympic Committee needs clear insights into how athlete demographics, gender representation, and national resources influence participation and medal success at the Paris 2024 Olympics.</a:t>
            </a:r>
          </a:p>
          <a:p>
            <a:pPr>
              <a:lnSpc>
                <a:spcPct val="90000"/>
              </a:lnSpc>
              <a:buNone/>
            </a:pPr>
            <a:r>
              <a:rPr lang="en-US" sz="1400" dirty="0"/>
              <a:t>	</a:t>
            </a:r>
          </a:p>
          <a:p>
            <a:pPr>
              <a:lnSpc>
                <a:spcPct val="90000"/>
              </a:lnSpc>
              <a:buNone/>
            </a:pPr>
            <a:r>
              <a:rPr lang="en-US" sz="1400" dirty="0"/>
              <a:t>	This project analyzes:</a:t>
            </a:r>
          </a:p>
          <a:p>
            <a:pPr>
              <a:lnSpc>
                <a:spcPct val="90000"/>
              </a:lnSpc>
              <a:buFont typeface="Arial" panose="020B0604020202020204" pitchFamily="34" charset="0"/>
              <a:buChar char="•"/>
            </a:pPr>
            <a:r>
              <a:rPr lang="en-US" sz="1400" i="1" dirty="0"/>
              <a:t>Athlete profiles (age, height, weight)</a:t>
            </a:r>
          </a:p>
          <a:p>
            <a:pPr>
              <a:lnSpc>
                <a:spcPct val="90000"/>
              </a:lnSpc>
              <a:buFont typeface="Arial" panose="020B0604020202020204" pitchFamily="34" charset="0"/>
              <a:buChar char="•"/>
            </a:pPr>
            <a:r>
              <a:rPr lang="en-US" sz="1400" i="1" dirty="0"/>
              <a:t>Participation by country &amp; sport</a:t>
            </a:r>
          </a:p>
          <a:p>
            <a:pPr>
              <a:lnSpc>
                <a:spcPct val="90000"/>
              </a:lnSpc>
              <a:buFont typeface="Arial" panose="020B0604020202020204" pitchFamily="34" charset="0"/>
              <a:buChar char="•"/>
            </a:pPr>
            <a:r>
              <a:rPr lang="en-US" sz="1400" i="1" dirty="0"/>
              <a:t>Gender distribution</a:t>
            </a:r>
          </a:p>
          <a:p>
            <a:pPr>
              <a:lnSpc>
                <a:spcPct val="90000"/>
              </a:lnSpc>
              <a:buFont typeface="Arial" panose="020B0604020202020204" pitchFamily="34" charset="0"/>
              <a:buChar char="•"/>
            </a:pPr>
            <a:r>
              <a:rPr lang="en-US" sz="1400" i="1" dirty="0"/>
              <a:t>Economic impact </a:t>
            </a:r>
          </a:p>
          <a:p>
            <a:pPr>
              <a:lnSpc>
                <a:spcPct val="90000"/>
              </a:lnSpc>
              <a:buFont typeface="Arial" panose="020B0604020202020204" pitchFamily="34" charset="0"/>
              <a:buChar char="•"/>
            </a:pPr>
            <a:r>
              <a:rPr lang="en-US" sz="1400" i="1" dirty="0"/>
              <a:t>Changes compared to Rio 2016 </a:t>
            </a:r>
          </a:p>
          <a:p>
            <a:pPr>
              <a:lnSpc>
                <a:spcPct val="90000"/>
              </a:lnSpc>
              <a:buFont typeface="Arial" panose="020B0604020202020204" pitchFamily="34" charset="0"/>
              <a:buChar char="•"/>
            </a:pPr>
            <a:endParaRPr lang="en-US" sz="1400" i="1" dirty="0"/>
          </a:p>
          <a:p>
            <a:pPr>
              <a:lnSpc>
                <a:spcPct val="90000"/>
              </a:lnSpc>
              <a:buNone/>
            </a:pPr>
            <a:br>
              <a:rPr lang="en-US" sz="1000" dirty="0"/>
            </a:br>
            <a:endParaRPr lang="en-US" sz="1000" dirty="0"/>
          </a:p>
        </p:txBody>
      </p:sp>
      <p:pic>
        <p:nvPicPr>
          <p:cNvPr id="5" name="Picture 4">
            <a:extLst>
              <a:ext uri="{FF2B5EF4-FFF2-40B4-BE49-F238E27FC236}">
                <a16:creationId xmlns:a16="http://schemas.microsoft.com/office/drawing/2014/main" id="{6C1014A4-5CF2-7314-B3DE-66587A31479A}"/>
              </a:ext>
            </a:extLst>
          </p:cNvPr>
          <p:cNvPicPr>
            <a:picLocks noChangeAspect="1"/>
          </p:cNvPicPr>
          <p:nvPr/>
        </p:nvPicPr>
        <p:blipFill>
          <a:blip r:embed="rId4"/>
          <a:srcRect l="27425" r="32201"/>
          <a:stretch>
            <a:fillRect/>
          </a:stretch>
        </p:blipFill>
        <p:spPr>
          <a:xfrm>
            <a:off x="5693202" y="742950"/>
            <a:ext cx="2584285" cy="3600449"/>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8744011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37727-7785-B711-70B2-C71D17CE45B6}"/>
              </a:ext>
            </a:extLst>
          </p:cNvPr>
          <p:cNvSpPr>
            <a:spLocks noGrp="1"/>
          </p:cNvSpPr>
          <p:nvPr>
            <p:ph type="title"/>
          </p:nvPr>
        </p:nvSpPr>
        <p:spPr/>
        <p:txBody>
          <a:bodyPr/>
          <a:lstStyle/>
          <a:p>
            <a:r>
              <a:rPr lang="en-US" dirty="0"/>
              <a:t>Key Business Questions</a:t>
            </a:r>
            <a:br>
              <a:rPr lang="en-US" dirty="0"/>
            </a:br>
            <a:endParaRPr lang="en-US" dirty="0"/>
          </a:p>
        </p:txBody>
      </p:sp>
      <p:sp>
        <p:nvSpPr>
          <p:cNvPr id="3" name="Content Placeholder 2">
            <a:extLst>
              <a:ext uri="{FF2B5EF4-FFF2-40B4-BE49-F238E27FC236}">
                <a16:creationId xmlns:a16="http://schemas.microsoft.com/office/drawing/2014/main" id="{333448F0-2B56-20CC-6886-B83960BECC05}"/>
              </a:ext>
            </a:extLst>
          </p:cNvPr>
          <p:cNvSpPr>
            <a:spLocks noGrp="1"/>
          </p:cNvSpPr>
          <p:nvPr>
            <p:ph idx="1"/>
          </p:nvPr>
        </p:nvSpPr>
        <p:spPr>
          <a:xfrm>
            <a:off x="206062" y="1949449"/>
            <a:ext cx="7984131" cy="2736850"/>
          </a:xfrm>
        </p:spPr>
        <p:txBody>
          <a:bodyPr>
            <a:normAutofit fontScale="25000" lnSpcReduction="20000"/>
          </a:bodyPr>
          <a:lstStyle/>
          <a:p>
            <a:pPr>
              <a:buNone/>
            </a:pPr>
            <a:r>
              <a:rPr lang="en-US" sz="6400" dirty="0"/>
              <a:t>1. Who are the athletes?</a:t>
            </a:r>
          </a:p>
          <a:p>
            <a:pPr>
              <a:buFont typeface="Arial" panose="020B0604020202020204" pitchFamily="34" charset="0"/>
              <a:buChar char="•"/>
            </a:pPr>
            <a:r>
              <a:rPr lang="en-US" sz="6400" dirty="0"/>
              <a:t>What are the demographic patterns across sports?</a:t>
            </a:r>
            <a:br>
              <a:rPr lang="en-US" sz="6400" dirty="0"/>
            </a:br>
            <a:endParaRPr lang="en-US" sz="6400" dirty="0"/>
          </a:p>
          <a:p>
            <a:pPr>
              <a:buNone/>
            </a:pPr>
            <a:r>
              <a:rPr lang="en-US" sz="6400" dirty="0"/>
              <a:t>2. How do countries participate?</a:t>
            </a:r>
          </a:p>
          <a:p>
            <a:pPr>
              <a:buFont typeface="Arial" panose="020B0604020202020204" pitchFamily="34" charset="0"/>
              <a:buChar char="•"/>
            </a:pPr>
            <a:r>
              <a:rPr lang="en-US" sz="6400" dirty="0"/>
              <a:t>Which countries send more athletes and in which sports?</a:t>
            </a:r>
            <a:br>
              <a:rPr lang="en-US" sz="6400" dirty="0"/>
            </a:br>
            <a:endParaRPr lang="en-US" sz="6400" dirty="0"/>
          </a:p>
          <a:p>
            <a:pPr>
              <a:buNone/>
            </a:pPr>
            <a:r>
              <a:rPr lang="en-US" sz="6400" dirty="0"/>
              <a:t>3. Is gender equity being achieved?</a:t>
            </a:r>
          </a:p>
          <a:p>
            <a:pPr>
              <a:buFont typeface="Arial" panose="020B0604020202020204" pitchFamily="34" charset="0"/>
              <a:buChar char="•"/>
            </a:pPr>
            <a:r>
              <a:rPr lang="en-US" sz="6400" dirty="0"/>
              <a:t>Which sports are male- or female-dominated?</a:t>
            </a:r>
          </a:p>
          <a:p>
            <a:pPr marL="0" indent="0">
              <a:buNone/>
            </a:pPr>
            <a:r>
              <a:rPr lang="en-US" sz="6400" dirty="0"/>
              <a:t>4. How much does economics matter?</a:t>
            </a:r>
          </a:p>
          <a:p>
            <a:pPr>
              <a:buFont typeface="Arial" panose="020B0604020202020204" pitchFamily="34" charset="0"/>
              <a:buChar char="•"/>
            </a:pPr>
            <a:r>
              <a:rPr lang="en-US" sz="6400" dirty="0"/>
              <a:t>How does GDP relate to delegation size and medal success?</a:t>
            </a:r>
          </a:p>
          <a:p>
            <a:pPr>
              <a:buNone/>
            </a:pPr>
            <a:endParaRPr lang="en-US" sz="6400" dirty="0"/>
          </a:p>
          <a:p>
            <a:pPr>
              <a:buNone/>
            </a:pPr>
            <a:r>
              <a:rPr lang="en-US" sz="6400" dirty="0"/>
              <a:t>5. Are these patterns statistically valid?</a:t>
            </a:r>
          </a:p>
          <a:p>
            <a:pPr>
              <a:buFont typeface="Arial" panose="020B0604020202020204" pitchFamily="34" charset="0"/>
              <a:buChar char="•"/>
            </a:pPr>
            <a:r>
              <a:rPr lang="en-US" sz="6400" dirty="0"/>
              <a:t>Do age, height, gender, and GDP significantly influence outcomes?</a:t>
            </a:r>
          </a:p>
          <a:p>
            <a:endParaRPr lang="en-US" dirty="0"/>
          </a:p>
        </p:txBody>
      </p:sp>
    </p:spTree>
    <p:extLst>
      <p:ext uri="{BB962C8B-B14F-4D97-AF65-F5344CB8AC3E}">
        <p14:creationId xmlns:p14="http://schemas.microsoft.com/office/powerpoint/2010/main" val="264907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Shape 58"/>
        <p:cNvGrpSpPr/>
        <p:nvPr/>
      </p:nvGrpSpPr>
      <p:grpSpPr>
        <a:xfrm>
          <a:off x="0" y="0"/>
          <a:ext cx="0" cy="0"/>
          <a:chOff x="0" y="0"/>
          <a:chExt cx="0" cy="0"/>
        </a:xfrm>
      </p:grpSpPr>
      <p:pic>
        <p:nvPicPr>
          <p:cNvPr id="65" name="Picture 64">
            <a:extLst>
              <a:ext uri="{FF2B5EF4-FFF2-40B4-BE49-F238E27FC236}">
                <a16:creationId xmlns:a16="http://schemas.microsoft.com/office/drawing/2014/main" id="{DF6A9299-1D12-47E2-9DD4-03342553C4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1618" cy="5142160"/>
          </a:xfrm>
          <a:prstGeom prst="rect">
            <a:avLst/>
          </a:prstGeom>
        </p:spPr>
      </p:pic>
      <p:sp>
        <p:nvSpPr>
          <p:cNvPr id="59" name="Google Shape;59;p14"/>
          <p:cNvSpPr txBox="1">
            <a:spLocks noGrp="1"/>
          </p:cNvSpPr>
          <p:nvPr>
            <p:ph type="title"/>
          </p:nvPr>
        </p:nvSpPr>
        <p:spPr>
          <a:xfrm>
            <a:off x="5899354" y="482597"/>
            <a:ext cx="2780072" cy="1206093"/>
          </a:xfrm>
          <a:prstGeom prst="rect">
            <a:avLst/>
          </a:prstGeom>
        </p:spPr>
        <p:txBody>
          <a:bodyPr spcFirstLastPara="1" vert="horz" lIns="91440" tIns="45720" rIns="91440" bIns="45720" rtlCol="0" anchor="ctr" anchorCtr="0">
            <a:normAutofit/>
          </a:bodyPr>
          <a:lstStyle/>
          <a:p>
            <a:pPr marL="0" lvl="0" indent="0" defTabSz="457200">
              <a:spcBef>
                <a:spcPct val="0"/>
              </a:spcBef>
              <a:spcAft>
                <a:spcPts val="0"/>
              </a:spcAft>
            </a:pPr>
            <a:r>
              <a:rPr lang="en-US" sz="3600" dirty="0"/>
              <a:t>Business Context</a:t>
            </a:r>
          </a:p>
        </p:txBody>
      </p:sp>
      <p:pic>
        <p:nvPicPr>
          <p:cNvPr id="3" name="Picture 2" descr="A group of people standing in front of a monument&#10;&#10;AI-generated content may be incorrect.">
            <a:extLst>
              <a:ext uri="{FF2B5EF4-FFF2-40B4-BE49-F238E27FC236}">
                <a16:creationId xmlns:a16="http://schemas.microsoft.com/office/drawing/2014/main" id="{A41227A2-0501-84B2-F2FF-13532B040AF8}"/>
              </a:ext>
            </a:extLst>
          </p:cNvPr>
          <p:cNvPicPr>
            <a:picLocks noChangeAspect="1"/>
          </p:cNvPicPr>
          <p:nvPr/>
        </p:nvPicPr>
        <p:blipFill>
          <a:blip r:embed="rId5">
            <a:extLst>
              <a:ext uri="{837473B0-CC2E-450A-ABE3-18F120FF3D39}">
                <a1611:picAttrSrcUrl xmlns:a1611="http://schemas.microsoft.com/office/drawing/2016/11/main" r:id="rId6"/>
              </a:ext>
            </a:extLst>
          </a:blip>
          <a:srcRect l="18967" r="19083"/>
          <a:stretch>
            <a:fillRect/>
          </a:stretch>
        </p:blipFill>
        <p:spPr>
          <a:xfrm>
            <a:off x="20" y="731"/>
            <a:ext cx="5664688" cy="5143500"/>
          </a:xfrm>
          <a:prstGeom prst="rect">
            <a:avLst/>
          </a:prstGeom>
        </p:spPr>
      </p:pic>
      <p:sp>
        <p:nvSpPr>
          <p:cNvPr id="60" name="Google Shape;60;p14"/>
          <p:cNvSpPr txBox="1">
            <a:spLocks noGrp="1"/>
          </p:cNvSpPr>
          <p:nvPr>
            <p:ph type="body" idx="1"/>
          </p:nvPr>
        </p:nvSpPr>
        <p:spPr>
          <a:xfrm>
            <a:off x="5899354" y="1955521"/>
            <a:ext cx="2780072" cy="2979174"/>
          </a:xfrm>
          <a:prstGeom prst="rect">
            <a:avLst/>
          </a:prstGeom>
        </p:spPr>
        <p:txBody>
          <a:bodyPr spcFirstLastPara="1" vert="horz" lIns="91440" tIns="45720" rIns="91440" bIns="45720" rtlCol="0" anchor="ctr" anchorCtr="0">
            <a:normAutofit/>
          </a:bodyPr>
          <a:lstStyle/>
          <a:p>
            <a:r>
              <a:rPr lang="en-US" dirty="0"/>
              <a:t>10,500+ athletes, 206 countries</a:t>
            </a:r>
          </a:p>
          <a:p>
            <a:r>
              <a:rPr lang="en-US" dirty="0"/>
              <a:t>Rich data on demographics, gender, sports, and medals</a:t>
            </a:r>
          </a:p>
          <a:p>
            <a:r>
              <a:rPr lang="en-US" dirty="0"/>
              <a:t>Used for national training, policy, and equity decisions</a:t>
            </a:r>
          </a:p>
          <a:p>
            <a:pPr marL="0" lvl="0" indent="0" defTabSz="457200">
              <a:lnSpc>
                <a:spcPct val="90000"/>
              </a:lnSpc>
              <a:spcAft>
                <a:spcPts val="1000"/>
              </a:spcAft>
              <a:buSzPct val="100000"/>
              <a:buFont typeface="Arial"/>
              <a:buChar char="•"/>
            </a:pPr>
            <a:endParaRPr lang="en-US" sz="1000" dirty="0"/>
          </a:p>
        </p:txBody>
      </p:sp>
      <p:sp>
        <p:nvSpPr>
          <p:cNvPr id="4" name="TextBox 3">
            <a:extLst>
              <a:ext uri="{FF2B5EF4-FFF2-40B4-BE49-F238E27FC236}">
                <a16:creationId xmlns:a16="http://schemas.microsoft.com/office/drawing/2014/main" id="{797826E3-2C77-5A7A-DA75-018AA1FFF98E}"/>
              </a:ext>
            </a:extLst>
          </p:cNvPr>
          <p:cNvSpPr txBox="1"/>
          <p:nvPr/>
        </p:nvSpPr>
        <p:spPr>
          <a:xfrm>
            <a:off x="3357666" y="4944176"/>
            <a:ext cx="2307042"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6" tooltip="https://peoplesdispatch.org/tag/2024-olympic-games/">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7" tooltip="https://creativecommons.org/licenses/by-sa/3.0/">
                  <a:extLst>
                    <a:ext uri="{A12FA001-AC4F-418D-AE19-62706E023703}">
                      <ahyp:hlinkClr xmlns:ahyp="http://schemas.microsoft.com/office/drawing/2018/hyperlinkcolor" val="tx"/>
                    </a:ext>
                  </a:extLst>
                </a:hlinkClick>
              </a:rPr>
              <a:t>CC BY-SA</a:t>
            </a:r>
            <a:endParaRPr lang="en-US" sz="700">
              <a:solidFill>
                <a:srgbClr val="FFFF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Shape 70"/>
        <p:cNvGrpSpPr/>
        <p:nvPr/>
      </p:nvGrpSpPr>
      <p:grpSpPr>
        <a:xfrm>
          <a:off x="0" y="0"/>
          <a:ext cx="0" cy="0"/>
          <a:chOff x="0" y="0"/>
          <a:chExt cx="0" cy="0"/>
        </a:xfrm>
      </p:grpSpPr>
      <p:pic>
        <p:nvPicPr>
          <p:cNvPr id="89" name="Picture 88">
            <a:extLst>
              <a:ext uri="{FF2B5EF4-FFF2-40B4-BE49-F238E27FC236}">
                <a16:creationId xmlns:a16="http://schemas.microsoft.com/office/drawing/2014/main" id="{C3ED72BE-2F78-4DD7-B0A1-DCD0503B103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1618" cy="5142160"/>
          </a:xfrm>
          <a:prstGeom prst="rect">
            <a:avLst/>
          </a:prstGeom>
        </p:spPr>
      </p:pic>
      <p:sp>
        <p:nvSpPr>
          <p:cNvPr id="71" name="Google Shape;71;p16"/>
          <p:cNvSpPr txBox="1">
            <a:spLocks noGrp="1"/>
          </p:cNvSpPr>
          <p:nvPr>
            <p:ph type="title"/>
          </p:nvPr>
        </p:nvSpPr>
        <p:spPr>
          <a:xfrm>
            <a:off x="995441" y="772716"/>
            <a:ext cx="3074960" cy="776684"/>
          </a:xfrm>
          <a:prstGeom prst="rect">
            <a:avLst/>
          </a:prstGeom>
        </p:spPr>
        <p:txBody>
          <a:bodyPr spcFirstLastPara="1" vert="horz" lIns="91440" tIns="45720" rIns="91440" bIns="45720" rtlCol="0" anchor="ctr" anchorCtr="0">
            <a:normAutofit/>
          </a:bodyPr>
          <a:lstStyle/>
          <a:p>
            <a:pPr marL="0" lvl="0" indent="0" defTabSz="457200">
              <a:spcBef>
                <a:spcPct val="0"/>
              </a:spcBef>
              <a:spcAft>
                <a:spcPts val="0"/>
              </a:spcAft>
            </a:pPr>
            <a:r>
              <a:rPr lang="en-US" sz="3600" dirty="0"/>
              <a:t>Data sources</a:t>
            </a:r>
          </a:p>
        </p:txBody>
      </p:sp>
      <p:sp>
        <p:nvSpPr>
          <p:cNvPr id="72" name="Google Shape;72;p16"/>
          <p:cNvSpPr txBox="1">
            <a:spLocks noGrp="1"/>
          </p:cNvSpPr>
          <p:nvPr>
            <p:ph type="body" idx="1"/>
          </p:nvPr>
        </p:nvSpPr>
        <p:spPr>
          <a:xfrm>
            <a:off x="620486" y="1606549"/>
            <a:ext cx="3449915" cy="3292021"/>
          </a:xfrm>
          <a:prstGeom prst="rect">
            <a:avLst/>
          </a:prstGeom>
        </p:spPr>
        <p:txBody>
          <a:bodyPr spcFirstLastPara="1" vert="horz" lIns="91440" tIns="45720" rIns="91440" bIns="45720" rtlCol="0" anchor="ctr" anchorCtr="0">
            <a:normAutofit/>
          </a:bodyPr>
          <a:lstStyle/>
          <a:p>
            <a:pPr marL="457200" lvl="0" indent="0" defTabSz="457200">
              <a:lnSpc>
                <a:spcPct val="90000"/>
              </a:lnSpc>
              <a:spcAft>
                <a:spcPts val="1000"/>
              </a:spcAft>
              <a:buSzPct val="100000"/>
              <a:buFont typeface="Arial"/>
              <a:buChar char="•"/>
            </a:pPr>
            <a:endParaRPr lang="en-US" sz="1400" dirty="0"/>
          </a:p>
          <a:p>
            <a:pPr marL="0" lvl="0" indent="0" defTabSz="457200">
              <a:lnSpc>
                <a:spcPct val="90000"/>
              </a:lnSpc>
              <a:spcAft>
                <a:spcPts val="1000"/>
              </a:spcAft>
              <a:buSzPct val="100000"/>
              <a:buFont typeface="Arial"/>
              <a:buChar char="•"/>
            </a:pPr>
            <a:r>
              <a:rPr lang="en-US" sz="1400" b="1" dirty="0"/>
              <a:t>Paris 2024 Athletes Dataset (Kaggle)</a:t>
            </a:r>
          </a:p>
          <a:p>
            <a:pPr marL="457200" lvl="0" indent="-300037" defTabSz="457200">
              <a:lnSpc>
                <a:spcPct val="90000"/>
              </a:lnSpc>
              <a:spcAft>
                <a:spcPts val="1000"/>
              </a:spcAft>
              <a:buSzPct val="100000"/>
              <a:buFont typeface="Arial"/>
              <a:buChar char="•"/>
            </a:pPr>
            <a:r>
              <a:rPr lang="en-US" sz="1400" dirty="0">
                <a:sym typeface="Times New Roman"/>
              </a:rPr>
              <a:t>Athlete demographics, events, medals</a:t>
            </a:r>
          </a:p>
          <a:p>
            <a:pPr marL="0" lvl="0" indent="0" defTabSz="457200">
              <a:lnSpc>
                <a:spcPct val="90000"/>
              </a:lnSpc>
              <a:spcAft>
                <a:spcPts val="1000"/>
              </a:spcAft>
              <a:buSzPct val="100000"/>
              <a:buFont typeface="Arial"/>
              <a:buChar char="•"/>
            </a:pPr>
            <a:r>
              <a:rPr lang="en-US" sz="1400" b="1" dirty="0">
                <a:sym typeface="Times New Roman"/>
              </a:rPr>
              <a:t>World Bank GDP Dataset</a:t>
            </a:r>
          </a:p>
          <a:p>
            <a:pPr marL="457200" lvl="0" indent="-300037" defTabSz="457200">
              <a:lnSpc>
                <a:spcPct val="90000"/>
              </a:lnSpc>
              <a:spcAft>
                <a:spcPts val="1000"/>
              </a:spcAft>
              <a:buSzPct val="100000"/>
              <a:buFont typeface="Arial"/>
              <a:buChar char="•"/>
            </a:pPr>
            <a:r>
              <a:rPr lang="en-US" sz="1400" dirty="0">
                <a:sym typeface="Times New Roman"/>
              </a:rPr>
              <a:t>GDP for 200+ countries</a:t>
            </a:r>
          </a:p>
          <a:p>
            <a:pPr marL="0" lvl="0" indent="0" defTabSz="457200">
              <a:lnSpc>
                <a:spcPct val="90000"/>
              </a:lnSpc>
              <a:spcAft>
                <a:spcPts val="1000"/>
              </a:spcAft>
              <a:buSzPct val="100000"/>
              <a:buFont typeface="Arial"/>
              <a:buChar char="•"/>
            </a:pPr>
            <a:r>
              <a:rPr lang="en-US" sz="1400" b="1" dirty="0">
                <a:sym typeface="Times New Roman"/>
              </a:rPr>
              <a:t>Rio 2016 Athletes Dataset</a:t>
            </a:r>
          </a:p>
          <a:p>
            <a:pPr marL="457200" lvl="0" indent="-300037" defTabSz="457200">
              <a:lnSpc>
                <a:spcPct val="90000"/>
              </a:lnSpc>
              <a:spcAft>
                <a:spcPts val="1000"/>
              </a:spcAft>
              <a:buSzPct val="100000"/>
              <a:buFont typeface="Arial"/>
              <a:buChar char="•"/>
            </a:pPr>
            <a:r>
              <a:rPr lang="en-US" sz="1400" dirty="0">
                <a:sym typeface="Times New Roman"/>
              </a:rPr>
              <a:t>Used for historical comparison</a:t>
            </a:r>
          </a:p>
          <a:p>
            <a:pPr marL="457200" lvl="0" indent="-300037" defTabSz="457200">
              <a:lnSpc>
                <a:spcPct val="90000"/>
              </a:lnSpc>
              <a:spcAft>
                <a:spcPts val="1000"/>
              </a:spcAft>
              <a:buSzPct val="100000"/>
              <a:buFont typeface="Arial"/>
              <a:buChar char="•"/>
            </a:pPr>
            <a:r>
              <a:rPr lang="en-US" sz="1400" dirty="0">
                <a:sym typeface="Times New Roman"/>
              </a:rPr>
              <a:t>Merged using country codes </a:t>
            </a:r>
          </a:p>
          <a:p>
            <a:pPr marL="457200" lvl="0" indent="0" defTabSz="457200">
              <a:lnSpc>
                <a:spcPct val="90000"/>
              </a:lnSpc>
              <a:spcAft>
                <a:spcPts val="1000"/>
              </a:spcAft>
              <a:buSzPct val="100000"/>
              <a:buFont typeface="Arial"/>
              <a:buChar char="•"/>
            </a:pPr>
            <a:r>
              <a:rPr lang="en-US" sz="1400" dirty="0">
                <a:sym typeface="Times New Roman"/>
              </a:rPr>
              <a:t>Final dataset: merged_data_clean.csv</a:t>
            </a:r>
          </a:p>
          <a:p>
            <a:pPr marL="457200" lvl="0" indent="0" defTabSz="457200">
              <a:lnSpc>
                <a:spcPct val="90000"/>
              </a:lnSpc>
              <a:spcAft>
                <a:spcPts val="1000"/>
              </a:spcAft>
              <a:buSzPct val="100000"/>
              <a:buFont typeface="Arial"/>
              <a:buChar char="•"/>
            </a:pPr>
            <a:endParaRPr lang="en-US" sz="1200" dirty="0"/>
          </a:p>
          <a:p>
            <a:pPr marL="0" lvl="0" indent="0" defTabSz="457200">
              <a:lnSpc>
                <a:spcPct val="90000"/>
              </a:lnSpc>
              <a:spcAft>
                <a:spcPts val="1000"/>
              </a:spcAft>
              <a:buSzPct val="100000"/>
              <a:buFont typeface="Arial"/>
              <a:buChar char="•"/>
            </a:pPr>
            <a:endParaRPr lang="en-US" sz="1200" dirty="0"/>
          </a:p>
        </p:txBody>
      </p:sp>
      <p:pic>
        <p:nvPicPr>
          <p:cNvPr id="73" name="Google Shape;73;p16" title="Screen Shot 2025-11-22 at 3.14.02 AM.png"/>
          <p:cNvPicPr preferRelativeResize="0"/>
          <p:nvPr/>
        </p:nvPicPr>
        <p:blipFill>
          <a:blip r:embed="rId5"/>
          <a:stretch>
            <a:fillRect/>
          </a:stretch>
        </p:blipFill>
        <p:spPr>
          <a:xfrm>
            <a:off x="5109212" y="479323"/>
            <a:ext cx="2958707" cy="2019318"/>
          </a:xfrm>
          <a:prstGeom prst="roundRect">
            <a:avLst>
              <a:gd name="adj" fmla="val 6267"/>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pic>
        <p:nvPicPr>
          <p:cNvPr id="74" name="Google Shape;74;p16" title="Screen Shot 2025-11-22 at 3.11.30 AM.png"/>
          <p:cNvPicPr preferRelativeResize="0"/>
          <p:nvPr/>
        </p:nvPicPr>
        <p:blipFill>
          <a:blip r:embed="rId6"/>
          <a:stretch>
            <a:fillRect/>
          </a:stretch>
        </p:blipFill>
        <p:spPr>
          <a:xfrm>
            <a:off x="4543270" y="2863803"/>
            <a:ext cx="4090592" cy="1574878"/>
          </a:xfrm>
          <a:prstGeom prst="roundRect">
            <a:avLst>
              <a:gd name="adj" fmla="val 6267"/>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64"/>
        <p:cNvGrpSpPr/>
        <p:nvPr/>
      </p:nvGrpSpPr>
      <p:grpSpPr>
        <a:xfrm>
          <a:off x="0" y="0"/>
          <a:ext cx="0" cy="0"/>
          <a:chOff x="0" y="0"/>
          <a:chExt cx="0" cy="0"/>
        </a:xfrm>
      </p:grpSpPr>
      <p:pic>
        <p:nvPicPr>
          <p:cNvPr id="94" name="Picture 93">
            <a:extLst>
              <a:ext uri="{FF2B5EF4-FFF2-40B4-BE49-F238E27FC236}">
                <a16:creationId xmlns:a16="http://schemas.microsoft.com/office/drawing/2014/main" id="{42476583-CC33-45CE-B51B-215B5673CD2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1618" cy="5142160"/>
          </a:xfrm>
          <a:prstGeom prst="rect">
            <a:avLst/>
          </a:prstGeom>
        </p:spPr>
      </p:pic>
      <p:sp useBgFill="1">
        <p:nvSpPr>
          <p:cNvPr id="93" name="Rectangle 92">
            <a:extLst>
              <a:ext uri="{FF2B5EF4-FFF2-40B4-BE49-F238E27FC236}">
                <a16:creationId xmlns:a16="http://schemas.microsoft.com/office/drawing/2014/main" id="{75F65CD9-825D-44BD-8681-D42D260D4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Freeform: Shape 94">
            <a:extLst>
              <a:ext uri="{FF2B5EF4-FFF2-40B4-BE49-F238E27FC236}">
                <a16:creationId xmlns:a16="http://schemas.microsoft.com/office/drawing/2014/main" id="{B2F64C47-BE0B-4DA4-A62F-C6922DD208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3094482" cy="5143501"/>
          </a:xfrm>
          <a:custGeom>
            <a:avLst/>
            <a:gdLst>
              <a:gd name="connsiteX0" fmla="*/ 4125976 w 4125976"/>
              <a:gd name="connsiteY0" fmla="*/ 0 h 6858002"/>
              <a:gd name="connsiteX1" fmla="*/ 1300393 w 4125976"/>
              <a:gd name="connsiteY1" fmla="*/ 0 h 6858002"/>
              <a:gd name="connsiteX2" fmla="*/ 1300393 w 4125976"/>
              <a:gd name="connsiteY2" fmla="*/ 2 h 6858002"/>
              <a:gd name="connsiteX3" fmla="*/ 1155520 w 4125976"/>
              <a:gd name="connsiteY3" fmla="*/ 2 h 6858002"/>
              <a:gd name="connsiteX4" fmla="*/ 1074856 w 4125976"/>
              <a:gd name="connsiteY4" fmla="*/ 88573 h 6858002"/>
              <a:gd name="connsiteX5" fmla="*/ 0 w 4125976"/>
              <a:gd name="connsiteY5" fmla="*/ 3396600 h 6858002"/>
              <a:gd name="connsiteX6" fmla="*/ 1222540 w 4125976"/>
              <a:gd name="connsiteY6" fmla="*/ 6858002 h 6858002"/>
              <a:gd name="connsiteX7" fmla="*/ 4125598 w 4125976"/>
              <a:gd name="connsiteY7" fmla="*/ 6858002 h 6858002"/>
              <a:gd name="connsiteX8" fmla="*/ 4125976 w 4125976"/>
              <a:gd name="connsiteY8" fmla="*/ 685760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25976" h="6858002">
                <a:moveTo>
                  <a:pt x="4125976" y="0"/>
                </a:moveTo>
                <a:lnTo>
                  <a:pt x="1300393" y="0"/>
                </a:lnTo>
                <a:lnTo>
                  <a:pt x="1300393" y="2"/>
                </a:lnTo>
                <a:lnTo>
                  <a:pt x="1155520" y="2"/>
                </a:lnTo>
                <a:lnTo>
                  <a:pt x="1074856" y="88573"/>
                </a:lnTo>
                <a:cubicBezTo>
                  <a:pt x="422987" y="841260"/>
                  <a:pt x="0" y="2042663"/>
                  <a:pt x="0" y="3396600"/>
                </a:cubicBezTo>
                <a:cubicBezTo>
                  <a:pt x="0" y="4846647"/>
                  <a:pt x="488259" y="6121285"/>
                  <a:pt x="1222540" y="6858002"/>
                </a:cubicBezTo>
                <a:cubicBezTo>
                  <a:pt x="4125598" y="6858002"/>
                  <a:pt x="4125598" y="6858002"/>
                  <a:pt x="4125598" y="6858002"/>
                </a:cubicBezTo>
                <a:lnTo>
                  <a:pt x="4125976" y="6857600"/>
                </a:lnTo>
                <a:close/>
              </a:path>
            </a:pathLst>
          </a:custGeom>
          <a:blipFill dpi="0" rotWithShape="1">
            <a:blip r:embed="rId4"/>
            <a:srcRect/>
            <a:tile tx="0" ty="0" sx="100000" sy="100000" flip="none" algn="tl"/>
          </a:blipFill>
          <a:ln>
            <a:noFill/>
          </a:ln>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65" name="Google Shape;65;p15"/>
          <p:cNvSpPr txBox="1">
            <a:spLocks noGrp="1"/>
          </p:cNvSpPr>
          <p:nvPr>
            <p:ph type="title"/>
          </p:nvPr>
        </p:nvSpPr>
        <p:spPr>
          <a:xfrm>
            <a:off x="514350" y="482599"/>
            <a:ext cx="1943100" cy="3746500"/>
          </a:xfrm>
          <a:prstGeom prst="rect">
            <a:avLst/>
          </a:prstGeom>
        </p:spPr>
        <p:txBody>
          <a:bodyPr spcFirstLastPara="1" vert="horz" lIns="91440" tIns="45720" rIns="91440" bIns="45720" rtlCol="0" anchor="ctr" anchorCtr="0">
            <a:normAutofit/>
          </a:bodyPr>
          <a:lstStyle/>
          <a:p>
            <a:pPr marL="0" lvl="0" indent="0" defTabSz="457200">
              <a:spcBef>
                <a:spcPct val="0"/>
              </a:spcBef>
              <a:spcAft>
                <a:spcPts val="0"/>
              </a:spcAft>
            </a:pPr>
            <a:r>
              <a:rPr lang="en-US" sz="3600" dirty="0">
                <a:solidFill>
                  <a:srgbClr val="FFFFFF"/>
                </a:solidFill>
              </a:rPr>
              <a:t>Project </a:t>
            </a:r>
            <a:r>
              <a:rPr lang="en-US" sz="3600" dirty="0" err="1">
                <a:solidFill>
                  <a:srgbClr val="FFFFFF"/>
                </a:solidFill>
              </a:rPr>
              <a:t>GoalS</a:t>
            </a:r>
            <a:endParaRPr lang="en-US" sz="3600" dirty="0">
              <a:solidFill>
                <a:srgbClr val="FFFFFF"/>
              </a:solidFill>
            </a:endParaRPr>
          </a:p>
        </p:txBody>
      </p:sp>
      <p:graphicFrame>
        <p:nvGraphicFramePr>
          <p:cNvPr id="97" name="TextBox 3">
            <a:extLst>
              <a:ext uri="{FF2B5EF4-FFF2-40B4-BE49-F238E27FC236}">
                <a16:creationId xmlns:a16="http://schemas.microsoft.com/office/drawing/2014/main" id="{369BA480-CC0E-88F6-6135-B5A2A6069A05}"/>
              </a:ext>
            </a:extLst>
          </p:cNvPr>
          <p:cNvGraphicFramePr/>
          <p:nvPr/>
        </p:nvGraphicFramePr>
        <p:xfrm>
          <a:off x="3298571" y="1264846"/>
          <a:ext cx="5501898" cy="258532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Shape 78"/>
        <p:cNvGrpSpPr/>
        <p:nvPr/>
      </p:nvGrpSpPr>
      <p:grpSpPr>
        <a:xfrm>
          <a:off x="0" y="0"/>
          <a:ext cx="0" cy="0"/>
          <a:chOff x="0" y="0"/>
          <a:chExt cx="0" cy="0"/>
        </a:xfrm>
      </p:grpSpPr>
      <p:pic>
        <p:nvPicPr>
          <p:cNvPr id="90" name="Picture 89">
            <a:extLst>
              <a:ext uri="{FF2B5EF4-FFF2-40B4-BE49-F238E27FC236}">
                <a16:creationId xmlns:a16="http://schemas.microsoft.com/office/drawing/2014/main" id="{E3FC1144-BD64-4C61-ACB8-497711C416C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1618" cy="5142160"/>
          </a:xfrm>
          <a:prstGeom prst="rect">
            <a:avLst/>
          </a:prstGeom>
        </p:spPr>
      </p:pic>
      <p:sp>
        <p:nvSpPr>
          <p:cNvPr id="79" name="Google Shape;79;p17"/>
          <p:cNvSpPr txBox="1">
            <a:spLocks noGrp="1"/>
          </p:cNvSpPr>
          <p:nvPr>
            <p:ph type="title"/>
          </p:nvPr>
        </p:nvSpPr>
        <p:spPr>
          <a:xfrm>
            <a:off x="3950169" y="457200"/>
            <a:ext cx="4162750" cy="1092200"/>
          </a:xfrm>
          <a:prstGeom prst="rect">
            <a:avLst/>
          </a:prstGeom>
        </p:spPr>
        <p:txBody>
          <a:bodyPr spcFirstLastPara="1" vert="horz" lIns="91440" tIns="45720" rIns="91440" bIns="45720" rtlCol="0" anchor="ctr" anchorCtr="0">
            <a:normAutofit/>
          </a:bodyPr>
          <a:lstStyle/>
          <a:p>
            <a:pPr marL="0" lvl="0" indent="0" defTabSz="457200">
              <a:lnSpc>
                <a:spcPct val="90000"/>
              </a:lnSpc>
              <a:spcBef>
                <a:spcPct val="0"/>
              </a:spcBef>
              <a:spcAft>
                <a:spcPts val="0"/>
              </a:spcAft>
            </a:pPr>
            <a:r>
              <a:rPr lang="en-US" sz="3600"/>
              <a:t>Python Data Preparation</a:t>
            </a:r>
          </a:p>
        </p:txBody>
      </p:sp>
      <p:pic>
        <p:nvPicPr>
          <p:cNvPr id="81" name="Google Shape;81;p17" title="Screen Shot 2025-11-22 at 3.19.03 AM.png"/>
          <p:cNvPicPr preferRelativeResize="0"/>
          <p:nvPr/>
        </p:nvPicPr>
        <p:blipFill rotWithShape="1">
          <a:blip r:embed="rId5"/>
          <a:srcRect r="15500"/>
          <a:stretch>
            <a:fillRect/>
          </a:stretch>
        </p:blipFill>
        <p:spPr>
          <a:xfrm>
            <a:off x="20" y="10"/>
            <a:ext cx="3476986" cy="2571740"/>
          </a:xfrm>
          <a:prstGeom prst="rect">
            <a:avLst/>
          </a:prstGeom>
          <a:noFill/>
        </p:spPr>
      </p:pic>
      <p:pic>
        <p:nvPicPr>
          <p:cNvPr id="82" name="Google Shape;82;p17" title="Screen Shot 2025-11-22 at 3.19.25 AM.png"/>
          <p:cNvPicPr preferRelativeResize="0"/>
          <p:nvPr/>
        </p:nvPicPr>
        <p:blipFill rotWithShape="1">
          <a:blip r:embed="rId6"/>
          <a:srcRect l="8501" r="7024" b="1"/>
          <a:stretch>
            <a:fillRect/>
          </a:stretch>
        </p:blipFill>
        <p:spPr>
          <a:xfrm>
            <a:off x="20" y="2571750"/>
            <a:ext cx="3476986" cy="2572481"/>
          </a:xfrm>
          <a:prstGeom prst="rect">
            <a:avLst/>
          </a:prstGeom>
          <a:noFill/>
        </p:spPr>
      </p:pic>
      <p:cxnSp>
        <p:nvCxnSpPr>
          <p:cNvPr id="89" name="Straight Connector 88">
            <a:extLst>
              <a:ext uri="{FF2B5EF4-FFF2-40B4-BE49-F238E27FC236}">
                <a16:creationId xmlns:a16="http://schemas.microsoft.com/office/drawing/2014/main" id="{B4E57998-7D20-4BE8-9019-4A4122CE3E2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2" y="2571750"/>
            <a:ext cx="3478198" cy="0"/>
          </a:xfrm>
          <a:prstGeom prst="line">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80" name="Google Shape;80;p17"/>
          <p:cNvSpPr txBox="1">
            <a:spLocks noGrp="1"/>
          </p:cNvSpPr>
          <p:nvPr>
            <p:ph type="body" idx="1"/>
          </p:nvPr>
        </p:nvSpPr>
        <p:spPr>
          <a:xfrm>
            <a:off x="3950169" y="1606550"/>
            <a:ext cx="4162750" cy="2736850"/>
          </a:xfrm>
          <a:prstGeom prst="rect">
            <a:avLst/>
          </a:prstGeom>
        </p:spPr>
        <p:txBody>
          <a:bodyPr spcFirstLastPara="1" vert="horz" lIns="91440" tIns="45720" rIns="91440" bIns="45720" rtlCol="0" anchor="ctr" anchorCtr="0">
            <a:normAutofit/>
          </a:bodyPr>
          <a:lstStyle/>
          <a:p>
            <a:pPr marL="457200" lvl="0" indent="-317500" defTabSz="457200">
              <a:spcAft>
                <a:spcPts val="1000"/>
              </a:spcAft>
              <a:buSzPct val="100000"/>
              <a:buFont typeface="Arial"/>
              <a:buChar char="•"/>
            </a:pPr>
            <a:r>
              <a:rPr lang="en-US" dirty="0"/>
              <a:t>Loaded athlete, coach, medal, country &amp; GDP files</a:t>
            </a:r>
          </a:p>
          <a:p>
            <a:pPr marL="457200" lvl="0" indent="-317500" defTabSz="457200">
              <a:spcAft>
                <a:spcPts val="1000"/>
              </a:spcAft>
              <a:buSzPct val="100000"/>
              <a:buFont typeface="Arial"/>
              <a:buChar char="•"/>
            </a:pPr>
            <a:r>
              <a:rPr lang="en-US" dirty="0"/>
              <a:t>Cleaned missing values</a:t>
            </a:r>
          </a:p>
          <a:p>
            <a:pPr marL="457200" lvl="0" indent="-317500" defTabSz="457200">
              <a:spcAft>
                <a:spcPts val="1000"/>
              </a:spcAft>
              <a:buSzPct val="100000"/>
              <a:buFont typeface="Arial"/>
              <a:buChar char="•"/>
            </a:pPr>
            <a:r>
              <a:rPr lang="en-US" dirty="0"/>
              <a:t>Calculated athlete age</a:t>
            </a:r>
          </a:p>
          <a:p>
            <a:pPr marL="457200" lvl="0" indent="-317500" defTabSz="457200">
              <a:spcAft>
                <a:spcPts val="1000"/>
              </a:spcAft>
              <a:buSzPct val="100000"/>
              <a:buFont typeface="Arial"/>
              <a:buChar char="•"/>
            </a:pPr>
            <a:r>
              <a:rPr lang="en-US" dirty="0"/>
              <a:t>Created age groups</a:t>
            </a:r>
          </a:p>
          <a:p>
            <a:pPr marL="457200" lvl="0" indent="-317500" defTabSz="457200">
              <a:spcAft>
                <a:spcPts val="1000"/>
              </a:spcAft>
              <a:buSzPct val="100000"/>
              <a:buFont typeface="Arial"/>
              <a:buChar char="•"/>
            </a:pPr>
            <a:r>
              <a:rPr lang="en-US" dirty="0"/>
              <a:t>Formatted GDP values</a:t>
            </a:r>
          </a:p>
          <a:p>
            <a:pPr marL="457200" lvl="0" indent="-317500" defTabSz="457200">
              <a:spcAft>
                <a:spcPts val="1000"/>
              </a:spcAft>
              <a:buSzPct val="100000"/>
              <a:buFont typeface="Arial"/>
              <a:buChar char="•"/>
            </a:pPr>
            <a:r>
              <a:rPr lang="en-US" dirty="0"/>
              <a:t>Merged datasets by country code</a:t>
            </a:r>
          </a:p>
          <a:p>
            <a:pPr marL="457200" lvl="0" indent="-361950" defTabSz="457200">
              <a:spcAft>
                <a:spcPts val="1000"/>
              </a:spcAft>
              <a:buSzPct val="100000"/>
              <a:buFont typeface="Arial"/>
              <a:buChar char="•"/>
            </a:pPr>
            <a:r>
              <a:rPr lang="en-US" dirty="0"/>
              <a:t>200+ countries, 10,000+ athletes</a:t>
            </a:r>
          </a:p>
          <a:p>
            <a:pPr marL="457200" lvl="0" indent="0" defTabSz="457200">
              <a:spcAft>
                <a:spcPts val="1000"/>
              </a:spcAft>
              <a:buSzPct val="100000"/>
              <a:buFont typeface="Arial"/>
              <a:buChar char="•"/>
            </a:pPr>
            <a:endParaRPr lang="en-US" dirty="0"/>
          </a:p>
        </p:txBody>
      </p:sp>
      <p:cxnSp>
        <p:nvCxnSpPr>
          <p:cNvPr id="91" name="Straight Connector 90">
            <a:extLst>
              <a:ext uri="{FF2B5EF4-FFF2-40B4-BE49-F238E27FC236}">
                <a16:creationId xmlns:a16="http://schemas.microsoft.com/office/drawing/2014/main" id="{1EC01BF1-FEAA-4AF6-96A5-24556C1F6B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81572" y="0"/>
            <a:ext cx="510" cy="5143500"/>
          </a:xfrm>
          <a:prstGeom prst="line">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Shape 86"/>
        <p:cNvGrpSpPr/>
        <p:nvPr/>
      </p:nvGrpSpPr>
      <p:grpSpPr>
        <a:xfrm>
          <a:off x="0" y="0"/>
          <a:ext cx="0" cy="0"/>
          <a:chOff x="0" y="0"/>
          <a:chExt cx="0" cy="0"/>
        </a:xfrm>
      </p:grpSpPr>
      <p:pic>
        <p:nvPicPr>
          <p:cNvPr id="94" name="Picture 93">
            <a:extLst>
              <a:ext uri="{FF2B5EF4-FFF2-40B4-BE49-F238E27FC236}">
                <a16:creationId xmlns:a16="http://schemas.microsoft.com/office/drawing/2014/main" id="{A53ED3FC-3BE8-4F1F-BEF1-74B1C721718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1618" cy="5142160"/>
          </a:xfrm>
          <a:prstGeom prst="rect">
            <a:avLst/>
          </a:prstGeom>
        </p:spPr>
      </p:pic>
      <p:sp>
        <p:nvSpPr>
          <p:cNvPr id="87" name="Google Shape;87;p18"/>
          <p:cNvSpPr txBox="1">
            <a:spLocks noGrp="1"/>
          </p:cNvSpPr>
          <p:nvPr>
            <p:ph type="title"/>
          </p:nvPr>
        </p:nvSpPr>
        <p:spPr>
          <a:xfrm>
            <a:off x="5899354" y="482597"/>
            <a:ext cx="2780072" cy="1206093"/>
          </a:xfrm>
          <a:prstGeom prst="rect">
            <a:avLst/>
          </a:prstGeom>
        </p:spPr>
        <p:txBody>
          <a:bodyPr spcFirstLastPara="1" vert="horz" lIns="91440" tIns="45720" rIns="91440" bIns="45720" rtlCol="0" anchor="ctr" anchorCtr="0">
            <a:normAutofit/>
          </a:bodyPr>
          <a:lstStyle/>
          <a:p>
            <a:pPr marL="0" lvl="0" indent="0" defTabSz="457200">
              <a:spcBef>
                <a:spcPct val="0"/>
              </a:spcBef>
              <a:spcAft>
                <a:spcPts val="0"/>
              </a:spcAft>
            </a:pPr>
            <a:r>
              <a:rPr lang="en-US" sz="3600"/>
              <a:t>Python Data Merge</a:t>
            </a:r>
          </a:p>
        </p:txBody>
      </p:sp>
      <p:pic>
        <p:nvPicPr>
          <p:cNvPr id="89" name="Google Shape;89;p18" title="Screen Shot 2025-11-22 at 3.23.43 AM.png"/>
          <p:cNvPicPr preferRelativeResize="0"/>
          <p:nvPr/>
        </p:nvPicPr>
        <p:blipFill>
          <a:blip r:embed="rId5"/>
          <a:stretch>
            <a:fillRect/>
          </a:stretch>
        </p:blipFill>
        <p:spPr>
          <a:xfrm>
            <a:off x="482598" y="1113743"/>
            <a:ext cx="5173408" cy="2922974"/>
          </a:xfrm>
          <a:prstGeom prst="roundRect">
            <a:avLst>
              <a:gd name="adj" fmla="val 4380"/>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
        <p:nvSpPr>
          <p:cNvPr id="88" name="Google Shape;88;p18"/>
          <p:cNvSpPr txBox="1">
            <a:spLocks noGrp="1"/>
          </p:cNvSpPr>
          <p:nvPr>
            <p:ph type="body" idx="1"/>
          </p:nvPr>
        </p:nvSpPr>
        <p:spPr>
          <a:xfrm>
            <a:off x="5899354" y="1688690"/>
            <a:ext cx="2780072" cy="2979174"/>
          </a:xfrm>
          <a:prstGeom prst="rect">
            <a:avLst/>
          </a:prstGeom>
        </p:spPr>
        <p:txBody>
          <a:bodyPr spcFirstLastPara="1" vert="horz" lIns="91440" tIns="45720" rIns="91440" bIns="45720" rtlCol="0" anchor="ctr" anchorCtr="0">
            <a:normAutofit/>
          </a:bodyPr>
          <a:lstStyle/>
          <a:p>
            <a:pPr marL="457200" lvl="0" indent="-393700" defTabSz="457200">
              <a:spcAft>
                <a:spcPts val="1000"/>
              </a:spcAft>
              <a:buSzPct val="100000"/>
              <a:buFont typeface="Arial"/>
              <a:buChar char="•"/>
            </a:pPr>
            <a:r>
              <a:rPr lang="en-US"/>
              <a:t>Joined athletes + medals + GDP</a:t>
            </a:r>
          </a:p>
          <a:p>
            <a:pPr marL="457200" lvl="0" indent="-393700" defTabSz="457200">
              <a:spcAft>
                <a:spcPts val="1000"/>
              </a:spcAft>
              <a:buSzPct val="100000"/>
              <a:buFont typeface="Arial"/>
              <a:buChar char="•"/>
            </a:pPr>
            <a:r>
              <a:rPr lang="en-US"/>
              <a:t>Nested per-country data</a:t>
            </a:r>
          </a:p>
          <a:p>
            <a:pPr marL="457200" lvl="0" indent="-393700" defTabSz="457200">
              <a:spcAft>
                <a:spcPts val="1000"/>
              </a:spcAft>
              <a:buSzPct val="100000"/>
              <a:buFont typeface="Arial"/>
              <a:buChar char="•"/>
            </a:pPr>
            <a:r>
              <a:rPr lang="en-US"/>
              <a:t>Final export to Tableau</a:t>
            </a:r>
          </a:p>
          <a:p>
            <a:pPr marL="0" lvl="0" indent="0" defTabSz="457200">
              <a:spcAft>
                <a:spcPts val="1000"/>
              </a:spcAft>
              <a:buSzPct val="100000"/>
              <a:buFont typeface="Arial"/>
              <a:buChar char="•"/>
            </a:pPr>
            <a:endParaRPr lang="en-US"/>
          </a:p>
          <a:p>
            <a:pPr marL="0" lvl="0" indent="0" defTabSz="457200">
              <a:spcAft>
                <a:spcPts val="1000"/>
              </a:spcAft>
              <a:buSzPct val="100000"/>
              <a:buFont typeface="Arial"/>
              <a:buChar char="•"/>
            </a:pP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8BD78ED-75E1-4879-B369-BC61F7C45E2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1618" cy="5142160"/>
          </a:xfrm>
          <a:prstGeom prst="rect">
            <a:avLst/>
          </a:prstGeom>
        </p:spPr>
      </p:pic>
      <p:sp useBgFill="1">
        <p:nvSpPr>
          <p:cNvPr id="9" name="Rectangle 8">
            <a:extLst>
              <a:ext uri="{FF2B5EF4-FFF2-40B4-BE49-F238E27FC236}">
                <a16:creationId xmlns:a16="http://schemas.microsoft.com/office/drawing/2014/main" id="{DF43132E-D4DF-4A83-9344-A782D0F5D9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FD809-03E0-E115-1349-3FA761308547}"/>
              </a:ext>
            </a:extLst>
          </p:cNvPr>
          <p:cNvSpPr>
            <a:spLocks noGrp="1"/>
          </p:cNvSpPr>
          <p:nvPr>
            <p:ph type="title"/>
          </p:nvPr>
        </p:nvSpPr>
        <p:spPr>
          <a:xfrm>
            <a:off x="773906" y="909701"/>
            <a:ext cx="4515133" cy="3324097"/>
          </a:xfrm>
        </p:spPr>
        <p:txBody>
          <a:bodyPr vert="horz" lIns="91440" tIns="45720" rIns="91440" bIns="45720" rtlCol="0" anchor="ctr">
            <a:normAutofit/>
          </a:bodyPr>
          <a:lstStyle/>
          <a:p>
            <a:pPr algn="r" defTabSz="457200">
              <a:spcBef>
                <a:spcPct val="0"/>
              </a:spcBef>
            </a:pPr>
            <a:r>
              <a:rPr lang="en-US" sz="5000" dirty="0"/>
              <a:t>OUTCOMES: </a:t>
            </a:r>
            <a:br>
              <a:rPr lang="en-US" sz="5000" dirty="0"/>
            </a:br>
            <a:r>
              <a:rPr lang="en-US" sz="1800" dirty="0">
                <a:latin typeface="+mn-lt"/>
              </a:rPr>
              <a:t>athlete's demographic</a:t>
            </a:r>
          </a:p>
        </p:txBody>
      </p:sp>
      <p:cxnSp>
        <p:nvCxnSpPr>
          <p:cNvPr id="11" name="Straight Connector 10">
            <a:extLst>
              <a:ext uri="{FF2B5EF4-FFF2-40B4-BE49-F238E27FC236}">
                <a16:creationId xmlns:a16="http://schemas.microsoft.com/office/drawing/2014/main" id="{6AA24BC1-1577-4586-AD7A-417660E3725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0992" y="1251585"/>
            <a:ext cx="0" cy="264033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10284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Shape 93"/>
        <p:cNvGrpSpPr/>
        <p:nvPr/>
      </p:nvGrpSpPr>
      <p:grpSpPr>
        <a:xfrm>
          <a:off x="0" y="0"/>
          <a:ext cx="0" cy="0"/>
          <a:chOff x="0" y="0"/>
          <a:chExt cx="0" cy="0"/>
        </a:xfrm>
      </p:grpSpPr>
      <p:pic>
        <p:nvPicPr>
          <p:cNvPr id="101" name="Picture 100">
            <a:extLst>
              <a:ext uri="{FF2B5EF4-FFF2-40B4-BE49-F238E27FC236}">
                <a16:creationId xmlns:a16="http://schemas.microsoft.com/office/drawing/2014/main" id="{DF6A9299-1D12-47E2-9DD4-03342553C4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1618" cy="5142160"/>
          </a:xfrm>
          <a:prstGeom prst="rect">
            <a:avLst/>
          </a:prstGeom>
        </p:spPr>
      </p:pic>
      <p:sp>
        <p:nvSpPr>
          <p:cNvPr id="94" name="Google Shape;94;p19"/>
          <p:cNvSpPr txBox="1">
            <a:spLocks noGrp="1"/>
          </p:cNvSpPr>
          <p:nvPr>
            <p:ph type="title"/>
          </p:nvPr>
        </p:nvSpPr>
        <p:spPr>
          <a:xfrm>
            <a:off x="6126579" y="68617"/>
            <a:ext cx="4944806" cy="1209368"/>
          </a:xfrm>
          <a:prstGeom prst="rect">
            <a:avLst/>
          </a:prstGeom>
        </p:spPr>
        <p:txBody>
          <a:bodyPr spcFirstLastPara="1" vert="horz" lIns="91440" tIns="45720" rIns="91440" bIns="45720" rtlCol="0" anchor="ctr" anchorCtr="0">
            <a:normAutofit/>
          </a:bodyPr>
          <a:lstStyle/>
          <a:p>
            <a:pPr marL="0" lvl="0" indent="0" defTabSz="457200">
              <a:spcBef>
                <a:spcPct val="0"/>
              </a:spcBef>
              <a:spcAft>
                <a:spcPts val="0"/>
              </a:spcAft>
            </a:pPr>
            <a:r>
              <a:rPr lang="en-US" sz="3600" dirty="0"/>
              <a:t>Tableau Work</a:t>
            </a:r>
          </a:p>
        </p:txBody>
      </p:sp>
      <p:pic>
        <p:nvPicPr>
          <p:cNvPr id="96" name="Google Shape;96;p19" title="Dashboard 1.png"/>
          <p:cNvPicPr preferRelativeResize="0"/>
          <p:nvPr/>
        </p:nvPicPr>
        <p:blipFill>
          <a:blip r:embed="rId5"/>
          <a:srcRect t="2434" b="10287"/>
          <a:stretch>
            <a:fillRect/>
          </a:stretch>
        </p:blipFill>
        <p:spPr>
          <a:xfrm>
            <a:off x="19" y="731"/>
            <a:ext cx="6126559" cy="5143500"/>
          </a:xfrm>
          <a:prstGeom prst="rect">
            <a:avLst/>
          </a:prstGeom>
          <a:noFill/>
        </p:spPr>
      </p:pic>
      <p:sp>
        <p:nvSpPr>
          <p:cNvPr id="95" name="Google Shape;95;p19"/>
          <p:cNvSpPr txBox="1">
            <a:spLocks noGrp="1"/>
          </p:cNvSpPr>
          <p:nvPr>
            <p:ph type="body" idx="1"/>
          </p:nvPr>
        </p:nvSpPr>
        <p:spPr>
          <a:xfrm>
            <a:off x="6369803" y="1345871"/>
            <a:ext cx="2704455" cy="3321993"/>
          </a:xfrm>
          <a:prstGeom prst="rect">
            <a:avLst/>
          </a:prstGeom>
        </p:spPr>
        <p:txBody>
          <a:bodyPr spcFirstLastPara="1" vert="horz" lIns="91440" tIns="45720" rIns="91440" bIns="45720" rtlCol="0" anchor="ctr" anchorCtr="0">
            <a:normAutofit/>
          </a:bodyPr>
          <a:lstStyle/>
          <a:p>
            <a:pPr marL="0" lvl="0" indent="0" defTabSz="457200">
              <a:spcAft>
                <a:spcPts val="1000"/>
              </a:spcAft>
              <a:buSzPct val="100000"/>
              <a:buFont typeface="Arial"/>
              <a:buChar char="•"/>
            </a:pPr>
            <a:r>
              <a:rPr lang="en-US" dirty="0"/>
              <a:t>Import merged data</a:t>
            </a:r>
          </a:p>
          <a:p>
            <a:pPr marL="0" lvl="0" indent="0" defTabSz="457200">
              <a:spcAft>
                <a:spcPts val="1000"/>
              </a:spcAft>
              <a:buSzPct val="100000"/>
              <a:buFont typeface="Arial"/>
              <a:buChar char="•"/>
            </a:pPr>
            <a:endParaRPr lang="en-US" dirty="0"/>
          </a:p>
          <a:p>
            <a:pPr marL="0" lvl="0" indent="0" defTabSz="457200">
              <a:spcAft>
                <a:spcPts val="1000"/>
              </a:spcAft>
              <a:buSzPct val="100000"/>
              <a:buFont typeface="Arial"/>
              <a:buChar char="•"/>
            </a:pPr>
            <a:r>
              <a:rPr lang="en-US" dirty="0"/>
              <a:t>Build visuals answering key research questions</a:t>
            </a:r>
          </a:p>
          <a:p>
            <a:pPr marL="0" lvl="0" indent="0" defTabSz="457200">
              <a:spcAft>
                <a:spcPts val="1000"/>
              </a:spcAft>
              <a:buSzPct val="100000"/>
              <a:buFont typeface="Arial"/>
              <a:buChar char="•"/>
            </a:pPr>
            <a:endParaRPr lang="en-US" dirty="0"/>
          </a:p>
          <a:p>
            <a:pPr marL="0" lvl="0" indent="0" defTabSz="457200">
              <a:spcAft>
                <a:spcPts val="1000"/>
              </a:spcAft>
              <a:buSzPct val="100000"/>
              <a:buFont typeface="Arial"/>
              <a:buChar char="•"/>
            </a:pPr>
            <a:r>
              <a:rPr lang="en-US" dirty="0"/>
              <a:t>Combine visuals into dashboards</a:t>
            </a:r>
          </a:p>
          <a:p>
            <a:pPr marL="0" lvl="0" indent="0" defTabSz="457200">
              <a:spcAft>
                <a:spcPts val="1000"/>
              </a:spcAft>
              <a:buSzPct val="100000"/>
              <a:buFont typeface="Arial"/>
              <a:buChar char="•"/>
            </a:pPr>
            <a:endParaRPr lang="en-US" dirty="0"/>
          </a:p>
          <a:p>
            <a:pPr marL="0" lvl="0" indent="0" defTabSz="457200">
              <a:spcAft>
                <a:spcPts val="1000"/>
              </a:spcAft>
              <a:buSzPct val="100000"/>
              <a:buFont typeface="Arial"/>
              <a:buChar char="•"/>
            </a:pPr>
            <a:r>
              <a:rPr lang="en-US" dirty="0"/>
              <a:t>Add interactivity &amp; design</a:t>
            </a:r>
          </a:p>
          <a:p>
            <a:pPr marL="457200" lvl="0" indent="0" defTabSz="457200">
              <a:spcAft>
                <a:spcPts val="1000"/>
              </a:spcAft>
              <a:buSzPct val="100000"/>
              <a:buFont typeface="Arial"/>
              <a:buChar char="•"/>
            </a:pPr>
            <a:endParaRPr lang="en-US" dirty="0"/>
          </a:p>
          <a:p>
            <a:pPr marL="0" lvl="0" indent="0" defTabSz="457200">
              <a:spcAft>
                <a:spcPts val="1000"/>
              </a:spcAft>
              <a:buSzPct val="100000"/>
              <a:buFont typeface="Arial"/>
              <a:buChar char="•"/>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Shape 100"/>
        <p:cNvGrpSpPr/>
        <p:nvPr/>
      </p:nvGrpSpPr>
      <p:grpSpPr>
        <a:xfrm>
          <a:off x="0" y="0"/>
          <a:ext cx="0" cy="0"/>
          <a:chOff x="0" y="0"/>
          <a:chExt cx="0" cy="0"/>
        </a:xfrm>
      </p:grpSpPr>
      <p:pic>
        <p:nvPicPr>
          <p:cNvPr id="109" name="Picture 108">
            <a:extLst>
              <a:ext uri="{FF2B5EF4-FFF2-40B4-BE49-F238E27FC236}">
                <a16:creationId xmlns:a16="http://schemas.microsoft.com/office/drawing/2014/main" id="{C3ED72BE-2F78-4DD7-B0A1-DCD0503B103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1618" cy="5142160"/>
          </a:xfrm>
          <a:prstGeom prst="rect">
            <a:avLst/>
          </a:prstGeom>
        </p:spPr>
      </p:pic>
      <p:sp>
        <p:nvSpPr>
          <p:cNvPr id="101" name="Google Shape;101;p20"/>
          <p:cNvSpPr txBox="1">
            <a:spLocks noGrp="1"/>
          </p:cNvSpPr>
          <p:nvPr>
            <p:ph type="title"/>
          </p:nvPr>
        </p:nvSpPr>
        <p:spPr>
          <a:xfrm>
            <a:off x="1085739" y="-87196"/>
            <a:ext cx="5111062" cy="776684"/>
          </a:xfrm>
          <a:prstGeom prst="rect">
            <a:avLst/>
          </a:prstGeom>
        </p:spPr>
        <p:txBody>
          <a:bodyPr spcFirstLastPara="1" vert="horz" lIns="91440" tIns="45720" rIns="91440" bIns="45720" rtlCol="0" anchor="ctr" anchorCtr="0">
            <a:normAutofit/>
          </a:bodyPr>
          <a:lstStyle/>
          <a:p>
            <a:pPr marL="0" lvl="0" indent="0" defTabSz="457200">
              <a:lnSpc>
                <a:spcPct val="90000"/>
              </a:lnSpc>
              <a:spcBef>
                <a:spcPct val="0"/>
              </a:spcBef>
              <a:spcAft>
                <a:spcPts val="0"/>
              </a:spcAft>
            </a:pPr>
            <a:r>
              <a:rPr lang="en-US" sz="2500" dirty="0"/>
              <a:t>Findings: Athlete Demographics</a:t>
            </a:r>
          </a:p>
        </p:txBody>
      </p:sp>
      <p:sp>
        <p:nvSpPr>
          <p:cNvPr id="102" name="Google Shape;102;p20"/>
          <p:cNvSpPr txBox="1">
            <a:spLocks noGrp="1"/>
          </p:cNvSpPr>
          <p:nvPr>
            <p:ph type="body" idx="1"/>
          </p:nvPr>
        </p:nvSpPr>
        <p:spPr>
          <a:xfrm>
            <a:off x="3510885" y="806500"/>
            <a:ext cx="5371832" cy="1495587"/>
          </a:xfrm>
          <a:prstGeom prst="rect">
            <a:avLst/>
          </a:prstGeom>
        </p:spPr>
        <p:txBody>
          <a:bodyPr spcFirstLastPara="1" vert="horz" lIns="91440" tIns="45720" rIns="91440" bIns="45720" rtlCol="0" anchor="ctr" anchorCtr="0">
            <a:normAutofit fontScale="85000" lnSpcReduction="10000"/>
          </a:bodyPr>
          <a:lstStyle/>
          <a:p>
            <a:pPr marL="457200" lvl="0" indent="-298450" defTabSz="457200">
              <a:spcAft>
                <a:spcPts val="1000"/>
              </a:spcAft>
              <a:buSzPct val="100000"/>
              <a:buFont typeface="Arial"/>
              <a:buChar char="•"/>
            </a:pPr>
            <a:r>
              <a:rPr lang="en-US" sz="1600" dirty="0"/>
              <a:t>Athletes peak in mid-20s</a:t>
            </a:r>
          </a:p>
          <a:p>
            <a:pPr marL="457200" lvl="0" indent="-298450" defTabSz="457200">
              <a:spcAft>
                <a:spcPts val="1000"/>
              </a:spcAft>
              <a:buSzPct val="100000"/>
              <a:buFont typeface="Arial"/>
              <a:buChar char="•"/>
            </a:pPr>
            <a:r>
              <a:rPr lang="en-US" sz="1600" dirty="0"/>
              <a:t>Height &amp; weight vary strongly by sport</a:t>
            </a:r>
          </a:p>
          <a:p>
            <a:pPr marL="457200" lvl="0" indent="-298450" defTabSz="457200">
              <a:spcAft>
                <a:spcPts val="1000"/>
              </a:spcAft>
              <a:buSzPct val="100000"/>
              <a:buFont typeface="Arial"/>
              <a:buChar char="•"/>
            </a:pPr>
            <a:r>
              <a:rPr lang="en-US" sz="1600" dirty="0"/>
              <a:t>Some sports don’t report weight (due to no required weigh-ins)</a:t>
            </a:r>
          </a:p>
          <a:p>
            <a:pPr marL="457200" lvl="0" indent="-298450" defTabSz="457200">
              <a:spcAft>
                <a:spcPts val="1000"/>
              </a:spcAft>
              <a:buSzPct val="100000"/>
              <a:buFont typeface="Arial"/>
              <a:buChar char="•"/>
            </a:pPr>
            <a:r>
              <a:rPr lang="en-US" sz="1600" dirty="0"/>
              <a:t>Cleaned missing data to keep charts accurate</a:t>
            </a:r>
          </a:p>
          <a:p>
            <a:pPr marL="457200" lvl="0" indent="0" defTabSz="457200">
              <a:spcAft>
                <a:spcPts val="1000"/>
              </a:spcAft>
              <a:buSzPct val="100000"/>
              <a:buFont typeface="Arial"/>
              <a:buChar char="•"/>
            </a:pPr>
            <a:endParaRPr lang="en-US" dirty="0"/>
          </a:p>
          <a:p>
            <a:pPr marL="457200" lvl="0" indent="0" defTabSz="457200">
              <a:spcAft>
                <a:spcPts val="1000"/>
              </a:spcAft>
              <a:buSzPct val="100000"/>
              <a:buFont typeface="Arial"/>
              <a:buChar char="•"/>
            </a:pPr>
            <a:endParaRPr lang="en-US" dirty="0"/>
          </a:p>
          <a:p>
            <a:pPr marL="0" lvl="0" indent="0" defTabSz="457200">
              <a:spcAft>
                <a:spcPts val="1000"/>
              </a:spcAft>
              <a:buSzPct val="100000"/>
              <a:buFont typeface="Arial"/>
              <a:buChar char="•"/>
            </a:pPr>
            <a:endParaRPr lang="en-US" dirty="0"/>
          </a:p>
        </p:txBody>
      </p:sp>
      <p:pic>
        <p:nvPicPr>
          <p:cNvPr id="103" name="Google Shape;103;p20" title="2.1 Height Vs.Weight(Scatter Plot).png"/>
          <p:cNvPicPr preferRelativeResize="0"/>
          <p:nvPr/>
        </p:nvPicPr>
        <p:blipFill>
          <a:blip r:embed="rId5"/>
          <a:srcRect b="40229"/>
          <a:stretch>
            <a:fillRect/>
          </a:stretch>
        </p:blipFill>
        <p:spPr>
          <a:xfrm>
            <a:off x="4168017" y="2039626"/>
            <a:ext cx="4973601" cy="2963583"/>
          </a:xfrm>
          <a:prstGeom prst="roundRect">
            <a:avLst>
              <a:gd name="adj" fmla="val 7306"/>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pic>
        <p:nvPicPr>
          <p:cNvPr id="104" name="Google Shape;104;p20" title="Screen Shot 2025-11-22 at 3.35.55 AM.png"/>
          <p:cNvPicPr preferRelativeResize="0"/>
          <p:nvPr/>
        </p:nvPicPr>
        <p:blipFill rotWithShape="1">
          <a:blip r:embed="rId6"/>
          <a:srcRect l="14712" t="19826"/>
          <a:stretch/>
        </p:blipFill>
        <p:spPr>
          <a:xfrm>
            <a:off x="0" y="1660154"/>
            <a:ext cx="3641270" cy="3488787"/>
          </a:xfrm>
          <a:prstGeom prst="roundRect">
            <a:avLst>
              <a:gd name="adj" fmla="val 7306"/>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Shape 108"/>
        <p:cNvGrpSpPr/>
        <p:nvPr/>
      </p:nvGrpSpPr>
      <p:grpSpPr>
        <a:xfrm>
          <a:off x="0" y="0"/>
          <a:ext cx="0" cy="0"/>
          <a:chOff x="0" y="0"/>
          <a:chExt cx="0" cy="0"/>
        </a:xfrm>
      </p:grpSpPr>
      <p:pic>
        <p:nvPicPr>
          <p:cNvPr id="116" name="Picture 115">
            <a:extLst>
              <a:ext uri="{FF2B5EF4-FFF2-40B4-BE49-F238E27FC236}">
                <a16:creationId xmlns:a16="http://schemas.microsoft.com/office/drawing/2014/main" id="{A53ED3FC-3BE8-4F1F-BEF1-74B1C721718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1618" cy="5142160"/>
          </a:xfrm>
          <a:prstGeom prst="rect">
            <a:avLst/>
          </a:prstGeom>
        </p:spPr>
      </p:pic>
      <p:sp>
        <p:nvSpPr>
          <p:cNvPr id="109" name="Google Shape;109;p21"/>
          <p:cNvSpPr txBox="1">
            <a:spLocks noGrp="1"/>
          </p:cNvSpPr>
          <p:nvPr>
            <p:ph type="title"/>
          </p:nvPr>
        </p:nvSpPr>
        <p:spPr>
          <a:xfrm>
            <a:off x="5899354" y="482597"/>
            <a:ext cx="2780072" cy="1206093"/>
          </a:xfrm>
          <a:prstGeom prst="rect">
            <a:avLst/>
          </a:prstGeom>
        </p:spPr>
        <p:txBody>
          <a:bodyPr spcFirstLastPara="1" vert="horz" lIns="91440" tIns="45720" rIns="91440" bIns="45720" rtlCol="0" anchor="ctr" anchorCtr="0">
            <a:normAutofit/>
          </a:bodyPr>
          <a:lstStyle/>
          <a:p>
            <a:pPr marL="0" lvl="0" indent="0" defTabSz="457200">
              <a:lnSpc>
                <a:spcPct val="90000"/>
              </a:lnSpc>
              <a:spcBef>
                <a:spcPct val="0"/>
              </a:spcBef>
              <a:spcAft>
                <a:spcPts val="0"/>
              </a:spcAft>
            </a:pPr>
            <a:r>
              <a:rPr lang="en-US" sz="2000" dirty="0"/>
              <a:t>Findings: Gender, Participation &amp; Social Trends</a:t>
            </a:r>
          </a:p>
          <a:p>
            <a:pPr marL="0" lvl="0" indent="0" defTabSz="457200">
              <a:lnSpc>
                <a:spcPct val="90000"/>
              </a:lnSpc>
              <a:spcBef>
                <a:spcPct val="0"/>
              </a:spcBef>
              <a:spcAft>
                <a:spcPts val="0"/>
              </a:spcAft>
            </a:pPr>
            <a:r>
              <a:rPr lang="en-US" sz="2000" dirty="0"/>
              <a:t> </a:t>
            </a:r>
          </a:p>
        </p:txBody>
      </p:sp>
      <p:pic>
        <p:nvPicPr>
          <p:cNvPr id="111" name="Google Shape;111;p21" title="Dashboard 1.png"/>
          <p:cNvPicPr preferRelativeResize="0"/>
          <p:nvPr/>
        </p:nvPicPr>
        <p:blipFill rotWithShape="1">
          <a:blip r:embed="rId5"/>
          <a:srcRect l="-3809" t="47842" b="22616"/>
          <a:stretch/>
        </p:blipFill>
        <p:spPr>
          <a:xfrm>
            <a:off x="0" y="992824"/>
            <a:ext cx="5827456" cy="3513861"/>
          </a:xfrm>
          <a:prstGeom prst="roundRect">
            <a:avLst>
              <a:gd name="adj" fmla="val 4380"/>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
        <p:nvSpPr>
          <p:cNvPr id="110" name="Google Shape;110;p21"/>
          <p:cNvSpPr txBox="1">
            <a:spLocks noGrp="1"/>
          </p:cNvSpPr>
          <p:nvPr>
            <p:ph type="body" idx="1"/>
          </p:nvPr>
        </p:nvSpPr>
        <p:spPr>
          <a:xfrm>
            <a:off x="5899354" y="1688690"/>
            <a:ext cx="2780072" cy="2979174"/>
          </a:xfrm>
          <a:prstGeom prst="rect">
            <a:avLst/>
          </a:prstGeom>
        </p:spPr>
        <p:txBody>
          <a:bodyPr spcFirstLastPara="1" vert="horz" lIns="91440" tIns="45720" rIns="91440" bIns="45720" rtlCol="0" anchor="ctr" anchorCtr="0">
            <a:normAutofit/>
          </a:bodyPr>
          <a:lstStyle/>
          <a:p>
            <a:pPr marL="457200" lvl="0" indent="-298450" defTabSz="457200">
              <a:spcAft>
                <a:spcPts val="1000"/>
              </a:spcAft>
              <a:buSzPct val="100000"/>
              <a:buFont typeface="Arial"/>
              <a:buChar char="•"/>
            </a:pPr>
            <a:r>
              <a:rPr lang="en-US" dirty="0"/>
              <a:t>Female-only: Rhythmic &amp; Artistic Gymnastics</a:t>
            </a:r>
          </a:p>
          <a:p>
            <a:pPr marL="457200" lvl="0" indent="-298450" defTabSz="457200">
              <a:spcAft>
                <a:spcPts val="1000"/>
              </a:spcAft>
              <a:buSzPct val="100000"/>
              <a:buFont typeface="Arial"/>
              <a:buChar char="•"/>
            </a:pPr>
            <a:r>
              <a:rPr lang="en-US" dirty="0"/>
              <a:t>Male-heavy: Wrestling, Football</a:t>
            </a:r>
          </a:p>
          <a:p>
            <a:pPr marL="457200" lvl="0" indent="-298450" defTabSz="457200">
              <a:spcAft>
                <a:spcPts val="1000"/>
              </a:spcAft>
              <a:buSzPct val="100000"/>
              <a:buFont typeface="Arial"/>
              <a:buChar char="•"/>
            </a:pPr>
            <a:r>
              <a:rPr lang="en-US" dirty="0"/>
              <a:t>Nearly 50/50 overall</a:t>
            </a:r>
          </a:p>
          <a:p>
            <a:pPr marL="457200" lvl="0" indent="-298450" defTabSz="457200">
              <a:spcAft>
                <a:spcPts val="1000"/>
              </a:spcAft>
              <a:buSzPct val="100000"/>
              <a:buFont typeface="Arial"/>
              <a:buChar char="•"/>
            </a:pPr>
            <a:r>
              <a:rPr lang="en-US" dirty="0"/>
              <a:t>Large delegation countries: USA, FRA, AUS, GBR</a:t>
            </a:r>
          </a:p>
          <a:p>
            <a:pPr marL="457200" lvl="0" indent="-298450" defTabSz="457200">
              <a:spcAft>
                <a:spcPts val="1000"/>
              </a:spcAft>
              <a:buSzPct val="100000"/>
              <a:buFont typeface="Arial"/>
              <a:buChar char="•"/>
            </a:pPr>
            <a:r>
              <a:rPr lang="en-US" dirty="0"/>
              <a:t>Many nations send fewer than 20 athletes</a:t>
            </a:r>
          </a:p>
          <a:p>
            <a:pPr marL="457200" lvl="0" indent="0" defTabSz="457200">
              <a:spcAft>
                <a:spcPts val="1000"/>
              </a:spcAft>
              <a:buSzPct val="100000"/>
              <a:buFont typeface="Arial"/>
              <a:buChar char="•"/>
            </a:pPr>
            <a:endParaRPr lang="en-US" dirty="0"/>
          </a:p>
          <a:p>
            <a:pPr marL="0" lvl="0" indent="0" defTabSz="457200">
              <a:spcAft>
                <a:spcPts val="1000"/>
              </a:spcAft>
              <a:buSzPct val="100000"/>
              <a:buFont typeface="Arial"/>
              <a:buChar char="•"/>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Shape 115"/>
        <p:cNvGrpSpPr/>
        <p:nvPr/>
      </p:nvGrpSpPr>
      <p:grpSpPr>
        <a:xfrm>
          <a:off x="0" y="0"/>
          <a:ext cx="0" cy="0"/>
          <a:chOff x="0" y="0"/>
          <a:chExt cx="0" cy="0"/>
        </a:xfrm>
      </p:grpSpPr>
      <p:pic>
        <p:nvPicPr>
          <p:cNvPr id="123" name="Picture 122">
            <a:extLst>
              <a:ext uri="{FF2B5EF4-FFF2-40B4-BE49-F238E27FC236}">
                <a16:creationId xmlns:a16="http://schemas.microsoft.com/office/drawing/2014/main" id="{DF6A9299-1D12-47E2-9DD4-03342553C4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1618" cy="5142160"/>
          </a:xfrm>
          <a:prstGeom prst="rect">
            <a:avLst/>
          </a:prstGeom>
        </p:spPr>
      </p:pic>
      <p:sp>
        <p:nvSpPr>
          <p:cNvPr id="116" name="Google Shape;116;p22"/>
          <p:cNvSpPr txBox="1">
            <a:spLocks noGrp="1"/>
          </p:cNvSpPr>
          <p:nvPr>
            <p:ph type="title"/>
          </p:nvPr>
        </p:nvSpPr>
        <p:spPr>
          <a:xfrm>
            <a:off x="5899354" y="482597"/>
            <a:ext cx="2780072" cy="1206093"/>
          </a:xfrm>
          <a:prstGeom prst="rect">
            <a:avLst/>
          </a:prstGeom>
        </p:spPr>
        <p:txBody>
          <a:bodyPr spcFirstLastPara="1" vert="horz" lIns="91440" tIns="45720" rIns="91440" bIns="45720" rtlCol="0" anchor="ctr" anchorCtr="0">
            <a:normAutofit/>
          </a:bodyPr>
          <a:lstStyle/>
          <a:p>
            <a:pPr marL="0" lvl="0" indent="0" defTabSz="457200">
              <a:lnSpc>
                <a:spcPct val="90000"/>
              </a:lnSpc>
              <a:spcBef>
                <a:spcPct val="0"/>
              </a:spcBef>
              <a:spcAft>
                <a:spcPts val="0"/>
              </a:spcAft>
            </a:pPr>
            <a:r>
              <a:rPr lang="en-US" sz="2500"/>
              <a:t>Findings: Economics &amp; Medal Outcomes</a:t>
            </a:r>
          </a:p>
        </p:txBody>
      </p:sp>
      <p:pic>
        <p:nvPicPr>
          <p:cNvPr id="118" name="Google Shape;118;p22" title="Screen Shot 2025-11-22 at 3.45.29 AM.png"/>
          <p:cNvPicPr preferRelativeResize="0"/>
          <p:nvPr/>
        </p:nvPicPr>
        <p:blipFill>
          <a:blip r:embed="rId5"/>
          <a:srcRect l="49889"/>
          <a:stretch>
            <a:fillRect/>
          </a:stretch>
        </p:blipFill>
        <p:spPr>
          <a:xfrm>
            <a:off x="20" y="731"/>
            <a:ext cx="5664688" cy="5143500"/>
          </a:xfrm>
          <a:prstGeom prst="rect">
            <a:avLst/>
          </a:prstGeom>
          <a:noFill/>
        </p:spPr>
      </p:pic>
      <p:sp>
        <p:nvSpPr>
          <p:cNvPr id="117" name="Google Shape;117;p22"/>
          <p:cNvSpPr txBox="1">
            <a:spLocks noGrp="1"/>
          </p:cNvSpPr>
          <p:nvPr>
            <p:ph type="body" idx="1"/>
          </p:nvPr>
        </p:nvSpPr>
        <p:spPr>
          <a:xfrm>
            <a:off x="5899354" y="1688690"/>
            <a:ext cx="2780072" cy="2979174"/>
          </a:xfrm>
          <a:prstGeom prst="rect">
            <a:avLst/>
          </a:prstGeom>
        </p:spPr>
        <p:txBody>
          <a:bodyPr spcFirstLastPara="1" vert="horz" lIns="91440" tIns="45720" rIns="91440" bIns="45720" rtlCol="0" anchor="ctr" anchorCtr="0">
            <a:normAutofit/>
          </a:bodyPr>
          <a:lstStyle/>
          <a:p>
            <a:pPr marL="0" lvl="0" indent="0" defTabSz="457200">
              <a:spcAft>
                <a:spcPts val="1000"/>
              </a:spcAft>
              <a:buSzPct val="100000"/>
              <a:buFont typeface="Arial"/>
              <a:buChar char="•"/>
            </a:pPr>
            <a:r>
              <a:rPr lang="en-US"/>
              <a:t>High-income nations send more athletes</a:t>
            </a:r>
          </a:p>
          <a:p>
            <a:pPr marL="0" lvl="0" indent="0" defTabSz="457200">
              <a:spcAft>
                <a:spcPts val="1000"/>
              </a:spcAft>
              <a:buSzPct val="100000"/>
              <a:buFont typeface="Arial"/>
              <a:buChar char="•"/>
            </a:pPr>
            <a:r>
              <a:rPr lang="en-US"/>
              <a:t>Strong positive relationship between GDP &amp; medals</a:t>
            </a:r>
          </a:p>
          <a:p>
            <a:pPr marL="0" lvl="0" indent="0" defTabSz="457200">
              <a:spcAft>
                <a:spcPts val="1000"/>
              </a:spcAft>
              <a:buSzPct val="100000"/>
              <a:buFont typeface="Arial"/>
              <a:buChar char="•"/>
            </a:pPr>
            <a:r>
              <a:rPr lang="en-US"/>
              <a:t>Medal efficiency: smaller nations sometimes outperform</a:t>
            </a:r>
          </a:p>
          <a:p>
            <a:pPr marL="0" lvl="0" indent="0" defTabSz="457200">
              <a:spcAft>
                <a:spcPts val="1000"/>
              </a:spcAft>
              <a:buSzPct val="100000"/>
              <a:buFont typeface="Arial"/>
              <a:buChar char="•"/>
            </a:pPr>
            <a:r>
              <a:rPr lang="en-US"/>
              <a:t>Investing more does NOT always mean higher medal efficiency</a:t>
            </a:r>
          </a:p>
          <a:p>
            <a:pPr marL="0" lvl="0" indent="0" defTabSz="457200">
              <a:spcAft>
                <a:spcPts val="1000"/>
              </a:spcAft>
              <a:buSzPct val="100000"/>
              <a:buFont typeface="Arial"/>
              <a:buChar char="•"/>
            </a:pPr>
            <a:endParaRPr lang="en-US"/>
          </a:p>
          <a:p>
            <a:pPr marL="0" lvl="0" indent="0" defTabSz="457200">
              <a:spcAft>
                <a:spcPts val="1000"/>
              </a:spcAft>
              <a:buSzPct val="100000"/>
              <a:buFont typeface="Arial"/>
              <a:buChar char="•"/>
            </a:pP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30476-BBD4-B5B1-5FDB-0BC66315FE60}"/>
              </a:ext>
            </a:extLst>
          </p:cNvPr>
          <p:cNvSpPr>
            <a:spLocks noGrp="1"/>
          </p:cNvSpPr>
          <p:nvPr>
            <p:ph type="title"/>
          </p:nvPr>
        </p:nvSpPr>
        <p:spPr/>
        <p:txBody>
          <a:bodyPr>
            <a:normAutofit fontScale="90000"/>
          </a:bodyPr>
          <a:lstStyle/>
          <a:p>
            <a:r>
              <a:rPr lang="en-US" dirty="0"/>
              <a:t>USA ATHLETES vs GLOBAL ATHLETES SUMMARY STATISTICS</a:t>
            </a:r>
          </a:p>
        </p:txBody>
      </p:sp>
      <p:graphicFrame>
        <p:nvGraphicFramePr>
          <p:cNvPr id="4" name="Table 3">
            <a:extLst>
              <a:ext uri="{FF2B5EF4-FFF2-40B4-BE49-F238E27FC236}">
                <a16:creationId xmlns:a16="http://schemas.microsoft.com/office/drawing/2014/main" id="{E8F008B6-D371-8B0A-77DF-D93EAD0FA684}"/>
              </a:ext>
            </a:extLst>
          </p:cNvPr>
          <p:cNvGraphicFramePr>
            <a:graphicFrameLocks noGrp="1"/>
          </p:cNvGraphicFramePr>
          <p:nvPr>
            <p:extLst>
              <p:ext uri="{D42A27DB-BD31-4B8C-83A1-F6EECF244321}">
                <p14:modId xmlns:p14="http://schemas.microsoft.com/office/powerpoint/2010/main" val="4045871570"/>
              </p:ext>
            </p:extLst>
          </p:nvPr>
        </p:nvGraphicFramePr>
        <p:xfrm>
          <a:off x="585989" y="1783724"/>
          <a:ext cx="7034012" cy="1771695"/>
        </p:xfrm>
        <a:graphic>
          <a:graphicData uri="http://schemas.openxmlformats.org/drawingml/2006/table">
            <a:tbl>
              <a:tblPr firstRow="1" bandRow="1">
                <a:tableStyleId>{5C22544A-7EE6-4342-B048-85BDC9FD1C3A}</a:tableStyleId>
              </a:tblPr>
              <a:tblGrid>
                <a:gridCol w="3517006">
                  <a:extLst>
                    <a:ext uri="{9D8B030D-6E8A-4147-A177-3AD203B41FA5}">
                      <a16:colId xmlns:a16="http://schemas.microsoft.com/office/drawing/2014/main" val="2288230487"/>
                    </a:ext>
                  </a:extLst>
                </a:gridCol>
                <a:gridCol w="3517006">
                  <a:extLst>
                    <a:ext uri="{9D8B030D-6E8A-4147-A177-3AD203B41FA5}">
                      <a16:colId xmlns:a16="http://schemas.microsoft.com/office/drawing/2014/main" val="1620382367"/>
                    </a:ext>
                  </a:extLst>
                </a:gridCol>
              </a:tblGrid>
              <a:tr h="406710">
                <a:tc>
                  <a:txBody>
                    <a:bodyPr/>
                    <a:lstStyle/>
                    <a:p>
                      <a:r>
                        <a:rPr lang="en-US" dirty="0"/>
                        <a:t>USA ATHLETES</a:t>
                      </a:r>
                    </a:p>
                  </a:txBody>
                  <a:tcPr/>
                </a:tc>
                <a:tc>
                  <a:txBody>
                    <a:bodyPr/>
                    <a:lstStyle/>
                    <a:p>
                      <a:r>
                        <a:rPr lang="en-US" dirty="0"/>
                        <a:t>OTHER COUNTRIES ATHLETES (world)</a:t>
                      </a:r>
                    </a:p>
                  </a:txBody>
                  <a:tcPr/>
                </a:tc>
                <a:extLst>
                  <a:ext uri="{0D108BD9-81ED-4DB2-BD59-A6C34878D82A}">
                    <a16:rowId xmlns:a16="http://schemas.microsoft.com/office/drawing/2014/main" val="1003118324"/>
                  </a:ext>
                </a:extLst>
              </a:tr>
              <a:tr h="406710">
                <a:tc>
                  <a:txBody>
                    <a:bodyPr/>
                    <a:lstStyle/>
                    <a:p>
                      <a:r>
                        <a:rPr lang="en-US" b="1" dirty="0"/>
                        <a:t>AGE</a:t>
                      </a:r>
                      <a:r>
                        <a:rPr lang="en-US" dirty="0"/>
                        <a:t>: 26</a:t>
                      </a:r>
                    </a:p>
                  </a:txBody>
                  <a:tcPr/>
                </a:tc>
                <a:tc>
                  <a:txBody>
                    <a:bodyPr/>
                    <a:lstStyle/>
                    <a:p>
                      <a:r>
                        <a:rPr lang="en-US" b="1" dirty="0"/>
                        <a:t>AGE</a:t>
                      </a:r>
                      <a:r>
                        <a:rPr lang="en-US" dirty="0"/>
                        <a:t>:26</a:t>
                      </a:r>
                    </a:p>
                  </a:txBody>
                  <a:tcPr/>
                </a:tc>
                <a:extLst>
                  <a:ext uri="{0D108BD9-81ED-4DB2-BD59-A6C34878D82A}">
                    <a16:rowId xmlns:a16="http://schemas.microsoft.com/office/drawing/2014/main" val="94753039"/>
                  </a:ext>
                </a:extLst>
              </a:tr>
              <a:tr h="551565">
                <a:tc>
                  <a:txBody>
                    <a:bodyPr/>
                    <a:lstStyle/>
                    <a:p>
                      <a:r>
                        <a:rPr lang="en-US" b="1" dirty="0"/>
                        <a:t>HEIGHT</a:t>
                      </a:r>
                      <a:r>
                        <a:rPr lang="en-US" dirty="0"/>
                        <a:t>: TALLER ON AVERAGE (180 cm)</a:t>
                      </a:r>
                    </a:p>
                  </a:txBody>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US" b="1" dirty="0"/>
                        <a:t>HEIGHT</a:t>
                      </a:r>
                      <a:r>
                        <a:rPr lang="en-US" dirty="0"/>
                        <a:t>: 177 cm </a:t>
                      </a:r>
                    </a:p>
                    <a:p>
                      <a:endParaRPr lang="en-US" dirty="0"/>
                    </a:p>
                  </a:txBody>
                  <a:tcPr/>
                </a:tc>
                <a:extLst>
                  <a:ext uri="{0D108BD9-81ED-4DB2-BD59-A6C34878D82A}">
                    <a16:rowId xmlns:a16="http://schemas.microsoft.com/office/drawing/2014/main" val="292013393"/>
                  </a:ext>
                </a:extLst>
              </a:tr>
              <a:tr h="406710">
                <a:tc>
                  <a:txBody>
                    <a:bodyPr/>
                    <a:lstStyle/>
                    <a:p>
                      <a:r>
                        <a:rPr lang="en-US" b="1" dirty="0"/>
                        <a:t>WEIGHT</a:t>
                      </a:r>
                      <a:r>
                        <a:rPr lang="en-US" dirty="0"/>
                        <a:t>: insufficient data</a:t>
                      </a:r>
                    </a:p>
                  </a:txBody>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US" b="1" dirty="0"/>
                        <a:t>WEIGHT</a:t>
                      </a:r>
                      <a:r>
                        <a:rPr lang="en-US" dirty="0"/>
                        <a:t>: insufficient data</a:t>
                      </a:r>
                    </a:p>
                  </a:txBody>
                  <a:tcPr/>
                </a:tc>
                <a:extLst>
                  <a:ext uri="{0D108BD9-81ED-4DB2-BD59-A6C34878D82A}">
                    <a16:rowId xmlns:a16="http://schemas.microsoft.com/office/drawing/2014/main" val="2789914618"/>
                  </a:ext>
                </a:extLst>
              </a:tr>
            </a:tbl>
          </a:graphicData>
        </a:graphic>
      </p:graphicFrame>
    </p:spTree>
    <p:extLst>
      <p:ext uri="{BB962C8B-B14F-4D97-AF65-F5344CB8AC3E}">
        <p14:creationId xmlns:p14="http://schemas.microsoft.com/office/powerpoint/2010/main" val="35035709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8BD78ED-75E1-4879-B369-BC61F7C45E2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1618" cy="5142160"/>
          </a:xfrm>
          <a:prstGeom prst="rect">
            <a:avLst/>
          </a:prstGeom>
        </p:spPr>
      </p:pic>
      <p:sp useBgFill="1">
        <p:nvSpPr>
          <p:cNvPr id="9" name="Rectangle 8">
            <a:extLst>
              <a:ext uri="{FF2B5EF4-FFF2-40B4-BE49-F238E27FC236}">
                <a16:creationId xmlns:a16="http://schemas.microsoft.com/office/drawing/2014/main" id="{3D1E5586-8BB5-40F6-96C3-2E87DD7CE5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FEBBE6-E919-7EE4-F0D8-F1056B2AAB13}"/>
              </a:ext>
            </a:extLst>
          </p:cNvPr>
          <p:cNvSpPr>
            <a:spLocks noGrp="1"/>
          </p:cNvSpPr>
          <p:nvPr>
            <p:ph type="title"/>
          </p:nvPr>
        </p:nvSpPr>
        <p:spPr>
          <a:xfrm>
            <a:off x="1495353" y="1016001"/>
            <a:ext cx="6153294" cy="1759856"/>
          </a:xfrm>
        </p:spPr>
        <p:txBody>
          <a:bodyPr vert="horz" lIns="91440" tIns="45720" rIns="91440" bIns="45720" rtlCol="0" anchor="b">
            <a:normAutofit/>
          </a:bodyPr>
          <a:lstStyle/>
          <a:p>
            <a:pPr algn="ctr" defTabSz="457200">
              <a:spcBef>
                <a:spcPct val="0"/>
              </a:spcBef>
            </a:pPr>
            <a:r>
              <a:rPr lang="en-US" sz="4500"/>
              <a:t>Hypothesis Testing</a:t>
            </a:r>
          </a:p>
        </p:txBody>
      </p:sp>
      <p:cxnSp>
        <p:nvCxnSpPr>
          <p:cNvPr id="11" name="Straight Connector 10">
            <a:extLst>
              <a:ext uri="{FF2B5EF4-FFF2-40B4-BE49-F238E27FC236}">
                <a16:creationId xmlns:a16="http://schemas.microsoft.com/office/drawing/2014/main" id="{8A832D40-B9E2-4CE7-9E0A-B35591EA20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84221" y="2857500"/>
            <a:ext cx="375558"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0710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17F7527-5AC0-479A-B79F-9CF46341049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1618" cy="5142160"/>
          </a:xfrm>
          <a:prstGeom prst="rect">
            <a:avLst/>
          </a:prstGeom>
        </p:spPr>
      </p:pic>
      <p:sp useBgFill="1">
        <p:nvSpPr>
          <p:cNvPr id="10" name="Rectangle 9">
            <a:extLst>
              <a:ext uri="{FF2B5EF4-FFF2-40B4-BE49-F238E27FC236}">
                <a16:creationId xmlns:a16="http://schemas.microsoft.com/office/drawing/2014/main" id="{50E53EDA-3B94-4F6B-9E86-D3BB9EBB9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B25CC5-7765-FD9C-81FC-D9AF3A53BA5A}"/>
              </a:ext>
            </a:extLst>
          </p:cNvPr>
          <p:cNvSpPr>
            <a:spLocks noGrp="1"/>
          </p:cNvSpPr>
          <p:nvPr>
            <p:ph type="title"/>
          </p:nvPr>
        </p:nvSpPr>
        <p:spPr>
          <a:xfrm>
            <a:off x="514349" y="862557"/>
            <a:ext cx="2744542" cy="3418386"/>
          </a:xfrm>
        </p:spPr>
        <p:txBody>
          <a:bodyPr vert="horz" lIns="91440" tIns="45720" rIns="91440" bIns="45720" rtlCol="0" anchor="ctr">
            <a:normAutofit/>
          </a:bodyPr>
          <a:lstStyle/>
          <a:p>
            <a:pPr algn="r" defTabSz="457200">
              <a:spcBef>
                <a:spcPct val="0"/>
              </a:spcBef>
            </a:pPr>
            <a:r>
              <a:rPr lang="en-US" sz="3600"/>
              <a:t>Hypothesis Testing Overview</a:t>
            </a:r>
          </a:p>
        </p:txBody>
      </p:sp>
      <p:cxnSp>
        <p:nvCxnSpPr>
          <p:cNvPr id="12" name="Straight Connector 11">
            <a:extLst>
              <a:ext uri="{FF2B5EF4-FFF2-40B4-BE49-F238E27FC236}">
                <a16:creationId xmlns:a16="http://schemas.microsoft.com/office/drawing/2014/main" id="{30EFD79F-7790-479B-B7DB-BD0D8C101D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0192" y="1251585"/>
            <a:ext cx="0" cy="264033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6F229FD1-5FCD-F6B5-0F0E-E8B2DCDFBBAB}"/>
              </a:ext>
            </a:extLst>
          </p:cNvPr>
          <p:cNvSpPr>
            <a:spLocks noGrp="1"/>
          </p:cNvSpPr>
          <p:nvPr>
            <p:ph type="body" idx="1"/>
          </p:nvPr>
        </p:nvSpPr>
        <p:spPr>
          <a:xfrm>
            <a:off x="3741493" y="862557"/>
            <a:ext cx="4888157" cy="3418386"/>
          </a:xfrm>
        </p:spPr>
        <p:txBody>
          <a:bodyPr vert="horz" lIns="91440" tIns="45720" rIns="91440" bIns="45720" rtlCol="0" anchor="ctr">
            <a:normAutofit/>
          </a:bodyPr>
          <a:lstStyle/>
          <a:p>
            <a:pPr marL="114300" indent="0" defTabSz="457200">
              <a:spcAft>
                <a:spcPts val="1000"/>
              </a:spcAft>
              <a:buSzPct val="100000"/>
              <a:buFont typeface="Arial"/>
              <a:buChar char="•"/>
            </a:pPr>
            <a:r>
              <a:rPr lang="en-US" dirty="0"/>
              <a:t>Tests performed:</a:t>
            </a:r>
            <a:endParaRPr lang="en-US"/>
          </a:p>
          <a:p>
            <a:pPr defTabSz="457200">
              <a:spcAft>
                <a:spcPts val="1000"/>
              </a:spcAft>
              <a:buSzPct val="100000"/>
              <a:buFont typeface="Arial"/>
              <a:buChar char="•"/>
            </a:pPr>
            <a:endParaRPr lang="en-US"/>
          </a:p>
          <a:p>
            <a:pPr defTabSz="457200">
              <a:spcAft>
                <a:spcPts val="1000"/>
              </a:spcAft>
              <a:buSzPct val="100000"/>
              <a:buFont typeface="Arial"/>
              <a:buChar char="•"/>
            </a:pPr>
            <a:r>
              <a:rPr lang="en-US" dirty="0"/>
              <a:t>Medalist Age (T-Test)</a:t>
            </a:r>
            <a:endParaRPr lang="en-US"/>
          </a:p>
          <a:p>
            <a:pPr defTabSz="457200">
              <a:spcAft>
                <a:spcPts val="1000"/>
              </a:spcAft>
              <a:buSzPct val="100000"/>
              <a:buFont typeface="Arial"/>
              <a:buChar char="•"/>
            </a:pPr>
            <a:endParaRPr lang="en-US"/>
          </a:p>
          <a:p>
            <a:pPr defTabSz="457200">
              <a:spcAft>
                <a:spcPts val="1000"/>
              </a:spcAft>
              <a:buSzPct val="100000"/>
              <a:buFont typeface="Arial"/>
              <a:buChar char="•"/>
            </a:pPr>
            <a:r>
              <a:rPr lang="en-US" dirty="0"/>
              <a:t>Height Across Sports (ANOVA)</a:t>
            </a:r>
            <a:endParaRPr lang="en-US"/>
          </a:p>
          <a:p>
            <a:pPr defTabSz="457200">
              <a:spcAft>
                <a:spcPts val="1000"/>
              </a:spcAft>
              <a:buSzPct val="100000"/>
              <a:buFont typeface="Arial"/>
              <a:buChar char="•"/>
            </a:pPr>
            <a:endParaRPr lang="en-US"/>
          </a:p>
          <a:p>
            <a:pPr defTabSz="457200">
              <a:spcAft>
                <a:spcPts val="1000"/>
              </a:spcAft>
              <a:buSzPct val="100000"/>
              <a:buFont typeface="Arial"/>
              <a:buChar char="•"/>
            </a:pPr>
            <a:r>
              <a:rPr lang="en-US" dirty="0"/>
              <a:t>Gender &amp; Medal Likelihood (T-Test)</a:t>
            </a:r>
            <a:endParaRPr lang="en-US"/>
          </a:p>
          <a:p>
            <a:pPr defTabSz="457200">
              <a:spcAft>
                <a:spcPts val="1000"/>
              </a:spcAft>
              <a:buSzPct val="100000"/>
              <a:buFont typeface="Arial"/>
              <a:buChar char="•"/>
            </a:pPr>
            <a:endParaRPr lang="en-US"/>
          </a:p>
          <a:p>
            <a:pPr defTabSz="457200">
              <a:spcAft>
                <a:spcPts val="1000"/>
              </a:spcAft>
              <a:buSzPct val="100000"/>
              <a:buFont typeface="Arial"/>
              <a:buChar char="•"/>
            </a:pPr>
            <a:r>
              <a:rPr lang="en-US" dirty="0"/>
              <a:t>GDP &amp; Medals (Chi-Square concept test)</a:t>
            </a:r>
            <a:endParaRPr lang="en-US"/>
          </a:p>
        </p:txBody>
      </p:sp>
    </p:spTree>
    <p:extLst>
      <p:ext uri="{BB962C8B-B14F-4D97-AF65-F5344CB8AC3E}">
        <p14:creationId xmlns:p14="http://schemas.microsoft.com/office/powerpoint/2010/main" val="245582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17F7527-5AC0-479A-B79F-9CF46341049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1618" cy="5142160"/>
          </a:xfrm>
          <a:prstGeom prst="rect">
            <a:avLst/>
          </a:prstGeom>
        </p:spPr>
      </p:pic>
      <p:sp useBgFill="1">
        <p:nvSpPr>
          <p:cNvPr id="10" name="Rectangle 9">
            <a:extLst>
              <a:ext uri="{FF2B5EF4-FFF2-40B4-BE49-F238E27FC236}">
                <a16:creationId xmlns:a16="http://schemas.microsoft.com/office/drawing/2014/main" id="{50E53EDA-3B94-4F6B-9E86-D3BB9EBB9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92B24B-41B1-3667-4749-949DA5C5AA50}"/>
              </a:ext>
            </a:extLst>
          </p:cNvPr>
          <p:cNvSpPr>
            <a:spLocks noGrp="1"/>
          </p:cNvSpPr>
          <p:nvPr>
            <p:ph type="title"/>
          </p:nvPr>
        </p:nvSpPr>
        <p:spPr>
          <a:xfrm>
            <a:off x="514349" y="862557"/>
            <a:ext cx="2744542" cy="3418386"/>
          </a:xfrm>
        </p:spPr>
        <p:txBody>
          <a:bodyPr vert="horz" lIns="91440" tIns="45720" rIns="91440" bIns="45720" rtlCol="0" anchor="ctr">
            <a:normAutofit/>
          </a:bodyPr>
          <a:lstStyle/>
          <a:p>
            <a:pPr algn="r" defTabSz="457200">
              <a:spcBef>
                <a:spcPct val="0"/>
              </a:spcBef>
            </a:pPr>
            <a:r>
              <a:rPr lang="en-US" sz="3600"/>
              <a:t>Test #1: Medalist Age</a:t>
            </a:r>
          </a:p>
        </p:txBody>
      </p:sp>
      <p:cxnSp>
        <p:nvCxnSpPr>
          <p:cNvPr id="12" name="Straight Connector 11">
            <a:extLst>
              <a:ext uri="{FF2B5EF4-FFF2-40B4-BE49-F238E27FC236}">
                <a16:creationId xmlns:a16="http://schemas.microsoft.com/office/drawing/2014/main" id="{30EFD79F-7790-479B-B7DB-BD0D8C101D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0192" y="1251585"/>
            <a:ext cx="0" cy="264033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320C8802-C8CA-5039-D856-B1C4CF2477F6}"/>
              </a:ext>
            </a:extLst>
          </p:cNvPr>
          <p:cNvSpPr>
            <a:spLocks noGrp="1"/>
          </p:cNvSpPr>
          <p:nvPr>
            <p:ph type="body" idx="1"/>
          </p:nvPr>
        </p:nvSpPr>
        <p:spPr>
          <a:xfrm>
            <a:off x="3741493" y="862557"/>
            <a:ext cx="4888157" cy="3418386"/>
          </a:xfrm>
        </p:spPr>
        <p:txBody>
          <a:bodyPr vert="horz" lIns="91440" tIns="45720" rIns="91440" bIns="45720" rtlCol="0" anchor="ctr">
            <a:normAutofit/>
          </a:bodyPr>
          <a:lstStyle/>
          <a:p>
            <a:pPr defTabSz="457200">
              <a:spcAft>
                <a:spcPts val="1000"/>
              </a:spcAft>
              <a:buSzPct val="100000"/>
              <a:buFont typeface="Arial"/>
              <a:buChar char="•"/>
            </a:pPr>
            <a:r>
              <a:rPr lang="en-US" dirty="0"/>
              <a:t>Medalists: 27.1</a:t>
            </a:r>
            <a:endParaRPr lang="en-US"/>
          </a:p>
          <a:p>
            <a:pPr defTabSz="457200">
              <a:spcAft>
                <a:spcPts val="1000"/>
              </a:spcAft>
              <a:buSzPct val="100000"/>
              <a:buFont typeface="Arial"/>
              <a:buChar char="•"/>
            </a:pPr>
            <a:endParaRPr lang="en-US"/>
          </a:p>
          <a:p>
            <a:pPr defTabSz="457200">
              <a:spcAft>
                <a:spcPts val="1000"/>
              </a:spcAft>
              <a:buSzPct val="100000"/>
              <a:buFont typeface="Arial"/>
              <a:buChar char="•"/>
            </a:pPr>
            <a:r>
              <a:rPr lang="en-US" dirty="0"/>
              <a:t>Non-medalists: 26.4</a:t>
            </a:r>
            <a:endParaRPr lang="en-US"/>
          </a:p>
          <a:p>
            <a:pPr defTabSz="457200">
              <a:spcAft>
                <a:spcPts val="1000"/>
              </a:spcAft>
              <a:buSzPct val="100000"/>
              <a:buFont typeface="Arial"/>
              <a:buChar char="•"/>
            </a:pPr>
            <a:endParaRPr lang="en-US"/>
          </a:p>
          <a:p>
            <a:pPr defTabSz="457200">
              <a:spcAft>
                <a:spcPts val="1000"/>
              </a:spcAft>
              <a:buSzPct val="100000"/>
              <a:buFont typeface="Arial"/>
              <a:buChar char="•"/>
            </a:pPr>
            <a:r>
              <a:rPr lang="en-US" dirty="0"/>
              <a:t>Slight difference</a:t>
            </a:r>
            <a:endParaRPr lang="en-US"/>
          </a:p>
        </p:txBody>
      </p:sp>
    </p:spTree>
    <p:extLst>
      <p:ext uri="{BB962C8B-B14F-4D97-AF65-F5344CB8AC3E}">
        <p14:creationId xmlns:p14="http://schemas.microsoft.com/office/powerpoint/2010/main" val="25918401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17F7527-5AC0-479A-B79F-9CF46341049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1618" cy="5142160"/>
          </a:xfrm>
          <a:prstGeom prst="rect">
            <a:avLst/>
          </a:prstGeom>
        </p:spPr>
      </p:pic>
      <p:sp useBgFill="1">
        <p:nvSpPr>
          <p:cNvPr id="10" name="Rectangle 9">
            <a:extLst>
              <a:ext uri="{FF2B5EF4-FFF2-40B4-BE49-F238E27FC236}">
                <a16:creationId xmlns:a16="http://schemas.microsoft.com/office/drawing/2014/main" id="{50E53EDA-3B94-4F6B-9E86-D3BB9EBB9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8D3726-2ED4-4DA8-F1A6-47D9E0E5FF7E}"/>
              </a:ext>
            </a:extLst>
          </p:cNvPr>
          <p:cNvSpPr>
            <a:spLocks noGrp="1"/>
          </p:cNvSpPr>
          <p:nvPr>
            <p:ph type="title"/>
          </p:nvPr>
        </p:nvSpPr>
        <p:spPr>
          <a:xfrm>
            <a:off x="514349" y="862557"/>
            <a:ext cx="2744542" cy="3418386"/>
          </a:xfrm>
        </p:spPr>
        <p:txBody>
          <a:bodyPr vert="horz" lIns="91440" tIns="45720" rIns="91440" bIns="45720" rtlCol="0" anchor="ctr">
            <a:normAutofit/>
          </a:bodyPr>
          <a:lstStyle/>
          <a:p>
            <a:pPr algn="r" defTabSz="457200">
              <a:spcBef>
                <a:spcPct val="0"/>
              </a:spcBef>
            </a:pPr>
            <a:r>
              <a:rPr lang="en-US" sz="3600"/>
              <a:t>Test #2: Height Differences Across Sports</a:t>
            </a:r>
          </a:p>
        </p:txBody>
      </p:sp>
      <p:cxnSp>
        <p:nvCxnSpPr>
          <p:cNvPr id="12" name="Straight Connector 11">
            <a:extLst>
              <a:ext uri="{FF2B5EF4-FFF2-40B4-BE49-F238E27FC236}">
                <a16:creationId xmlns:a16="http://schemas.microsoft.com/office/drawing/2014/main" id="{30EFD79F-7790-479B-B7DB-BD0D8C101D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0192" y="1251585"/>
            <a:ext cx="0" cy="264033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7C116C9-1CBF-0E19-23B8-F5B4DED8B678}"/>
              </a:ext>
            </a:extLst>
          </p:cNvPr>
          <p:cNvSpPr>
            <a:spLocks noGrp="1"/>
          </p:cNvSpPr>
          <p:nvPr>
            <p:ph type="body" idx="1"/>
          </p:nvPr>
        </p:nvSpPr>
        <p:spPr>
          <a:xfrm>
            <a:off x="3741493" y="862557"/>
            <a:ext cx="4888157" cy="3418386"/>
          </a:xfrm>
        </p:spPr>
        <p:txBody>
          <a:bodyPr vert="horz" lIns="91440" tIns="45720" rIns="91440" bIns="45720" rtlCol="0" anchor="ctr">
            <a:normAutofit/>
          </a:bodyPr>
          <a:lstStyle/>
          <a:p>
            <a:pPr defTabSz="457200">
              <a:spcAft>
                <a:spcPts val="1000"/>
              </a:spcAft>
              <a:buSzPct val="100000"/>
              <a:buFont typeface="Arial"/>
              <a:buChar char="•"/>
            </a:pPr>
            <a:r>
              <a:rPr lang="en-US" dirty="0"/>
              <a:t>p-value &lt; 0.001</a:t>
            </a:r>
            <a:endParaRPr lang="en-US"/>
          </a:p>
          <a:p>
            <a:pPr defTabSz="457200">
              <a:spcAft>
                <a:spcPts val="1000"/>
              </a:spcAft>
              <a:buSzPct val="100000"/>
              <a:buFont typeface="Arial"/>
              <a:buChar char="•"/>
            </a:pPr>
            <a:endParaRPr lang="en-US"/>
          </a:p>
          <a:p>
            <a:pPr defTabSz="457200">
              <a:spcAft>
                <a:spcPts val="1000"/>
              </a:spcAft>
              <a:buSzPct val="100000"/>
              <a:buFont typeface="Arial"/>
              <a:buChar char="•"/>
            </a:pPr>
            <a:r>
              <a:rPr lang="en-US" dirty="0"/>
              <a:t>Significant height variation</a:t>
            </a:r>
            <a:endParaRPr lang="en-US"/>
          </a:p>
          <a:p>
            <a:pPr defTabSz="457200">
              <a:spcAft>
                <a:spcPts val="1000"/>
              </a:spcAft>
              <a:buSzPct val="100000"/>
              <a:buFont typeface="Arial"/>
              <a:buChar char="•"/>
            </a:pPr>
            <a:endParaRPr lang="en-US"/>
          </a:p>
          <a:p>
            <a:pPr defTabSz="457200">
              <a:spcAft>
                <a:spcPts val="1000"/>
              </a:spcAft>
              <a:buSzPct val="100000"/>
              <a:buFont typeface="Arial"/>
              <a:buChar char="•"/>
            </a:pPr>
            <a:r>
              <a:rPr lang="en-US" dirty="0"/>
              <a:t>Youngest → Gymnastics</a:t>
            </a:r>
            <a:endParaRPr lang="en-US"/>
          </a:p>
          <a:p>
            <a:pPr defTabSz="457200">
              <a:spcAft>
                <a:spcPts val="1000"/>
              </a:spcAft>
              <a:buSzPct val="100000"/>
              <a:buFont typeface="Arial"/>
              <a:buChar char="•"/>
            </a:pPr>
            <a:endParaRPr lang="en-US"/>
          </a:p>
          <a:p>
            <a:pPr defTabSz="457200">
              <a:spcAft>
                <a:spcPts val="1000"/>
              </a:spcAft>
              <a:buSzPct val="100000"/>
              <a:buFont typeface="Arial"/>
              <a:buChar char="•"/>
            </a:pPr>
            <a:r>
              <a:rPr lang="en-US" dirty="0"/>
              <a:t>Tallest → Basketball</a:t>
            </a:r>
            <a:endParaRPr lang="en-US"/>
          </a:p>
        </p:txBody>
      </p:sp>
    </p:spTree>
    <p:extLst>
      <p:ext uri="{BB962C8B-B14F-4D97-AF65-F5344CB8AC3E}">
        <p14:creationId xmlns:p14="http://schemas.microsoft.com/office/powerpoint/2010/main" val="22093255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17F7527-5AC0-479A-B79F-9CF46341049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1618" cy="5142160"/>
          </a:xfrm>
          <a:prstGeom prst="rect">
            <a:avLst/>
          </a:prstGeom>
        </p:spPr>
      </p:pic>
      <p:sp useBgFill="1">
        <p:nvSpPr>
          <p:cNvPr id="10" name="Rectangle 9">
            <a:extLst>
              <a:ext uri="{FF2B5EF4-FFF2-40B4-BE49-F238E27FC236}">
                <a16:creationId xmlns:a16="http://schemas.microsoft.com/office/drawing/2014/main" id="{50E53EDA-3B94-4F6B-9E86-D3BB9EBB9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11C5A9-17D2-E1FC-16D1-5DD2F1DD2C0E}"/>
              </a:ext>
            </a:extLst>
          </p:cNvPr>
          <p:cNvSpPr>
            <a:spLocks noGrp="1"/>
          </p:cNvSpPr>
          <p:nvPr>
            <p:ph type="title"/>
          </p:nvPr>
        </p:nvSpPr>
        <p:spPr>
          <a:xfrm>
            <a:off x="514349" y="862557"/>
            <a:ext cx="2744542" cy="3418386"/>
          </a:xfrm>
        </p:spPr>
        <p:txBody>
          <a:bodyPr vert="horz" lIns="91440" tIns="45720" rIns="91440" bIns="45720" rtlCol="0" anchor="ctr">
            <a:normAutofit/>
          </a:bodyPr>
          <a:lstStyle/>
          <a:p>
            <a:pPr algn="r" defTabSz="457200">
              <a:spcBef>
                <a:spcPct val="0"/>
              </a:spcBef>
            </a:pPr>
            <a:r>
              <a:rPr lang="en-US" sz="3600"/>
              <a:t>Test #3: Gender &amp; Medal Rates</a:t>
            </a:r>
            <a:br>
              <a:rPr lang="en-US" sz="3600"/>
            </a:br>
            <a:endParaRPr lang="en-US" sz="3600"/>
          </a:p>
        </p:txBody>
      </p:sp>
      <p:cxnSp>
        <p:nvCxnSpPr>
          <p:cNvPr id="12" name="Straight Connector 11">
            <a:extLst>
              <a:ext uri="{FF2B5EF4-FFF2-40B4-BE49-F238E27FC236}">
                <a16:creationId xmlns:a16="http://schemas.microsoft.com/office/drawing/2014/main" id="{30EFD79F-7790-479B-B7DB-BD0D8C101D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0192" y="1251585"/>
            <a:ext cx="0" cy="264033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1121B6D5-D1B5-F22E-C432-82DBA695395D}"/>
              </a:ext>
            </a:extLst>
          </p:cNvPr>
          <p:cNvSpPr>
            <a:spLocks noGrp="1"/>
          </p:cNvSpPr>
          <p:nvPr>
            <p:ph type="body" idx="1"/>
          </p:nvPr>
        </p:nvSpPr>
        <p:spPr>
          <a:xfrm>
            <a:off x="3741493" y="862557"/>
            <a:ext cx="4888157" cy="3418386"/>
          </a:xfrm>
        </p:spPr>
        <p:txBody>
          <a:bodyPr vert="horz" lIns="91440" tIns="45720" rIns="91440" bIns="45720" rtlCol="0" anchor="ctr">
            <a:normAutofit/>
          </a:bodyPr>
          <a:lstStyle/>
          <a:p>
            <a:pPr defTabSz="457200">
              <a:spcAft>
                <a:spcPts val="1000"/>
              </a:spcAft>
              <a:buSzPct val="100000"/>
              <a:buFont typeface="Arial"/>
              <a:buChar char="•"/>
            </a:pPr>
            <a:r>
              <a:rPr lang="en-US" dirty="0"/>
              <a:t>Female medal rate: 13.3%</a:t>
            </a:r>
            <a:endParaRPr lang="en-US"/>
          </a:p>
          <a:p>
            <a:pPr defTabSz="457200">
              <a:spcAft>
                <a:spcPts val="1000"/>
              </a:spcAft>
              <a:buSzPct val="100000"/>
              <a:buFont typeface="Arial"/>
              <a:buChar char="•"/>
            </a:pPr>
            <a:endParaRPr lang="en-US"/>
          </a:p>
          <a:p>
            <a:pPr defTabSz="457200">
              <a:spcAft>
                <a:spcPts val="1000"/>
              </a:spcAft>
              <a:buSzPct val="100000"/>
              <a:buFont typeface="Arial"/>
              <a:buChar char="•"/>
            </a:pPr>
            <a:r>
              <a:rPr lang="en-US" dirty="0"/>
              <a:t>Male medal rate: 13.7%</a:t>
            </a:r>
            <a:endParaRPr lang="en-US"/>
          </a:p>
          <a:p>
            <a:pPr defTabSz="457200">
              <a:spcAft>
                <a:spcPts val="1000"/>
              </a:spcAft>
              <a:buSzPct val="100000"/>
              <a:buFont typeface="Arial"/>
              <a:buChar char="•"/>
            </a:pPr>
            <a:endParaRPr lang="en-US"/>
          </a:p>
          <a:p>
            <a:pPr defTabSz="457200">
              <a:spcAft>
                <a:spcPts val="1000"/>
              </a:spcAft>
              <a:buSzPct val="100000"/>
              <a:buFont typeface="Arial"/>
              <a:buChar char="•"/>
            </a:pPr>
            <a:r>
              <a:rPr lang="en-US" dirty="0"/>
              <a:t>No real difference</a:t>
            </a:r>
            <a:endParaRPr lang="en-US"/>
          </a:p>
        </p:txBody>
      </p:sp>
    </p:spTree>
    <p:extLst>
      <p:ext uri="{BB962C8B-B14F-4D97-AF65-F5344CB8AC3E}">
        <p14:creationId xmlns:p14="http://schemas.microsoft.com/office/powerpoint/2010/main" val="39318705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17F7527-5AC0-479A-B79F-9CF46341049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1618" cy="5142160"/>
          </a:xfrm>
          <a:prstGeom prst="rect">
            <a:avLst/>
          </a:prstGeom>
        </p:spPr>
      </p:pic>
      <p:sp useBgFill="1">
        <p:nvSpPr>
          <p:cNvPr id="10" name="Rectangle 9">
            <a:extLst>
              <a:ext uri="{FF2B5EF4-FFF2-40B4-BE49-F238E27FC236}">
                <a16:creationId xmlns:a16="http://schemas.microsoft.com/office/drawing/2014/main" id="{50E53EDA-3B94-4F6B-9E86-D3BB9EBB9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A3C942-9843-480E-1A42-AC4E607567D3}"/>
              </a:ext>
            </a:extLst>
          </p:cNvPr>
          <p:cNvSpPr>
            <a:spLocks noGrp="1"/>
          </p:cNvSpPr>
          <p:nvPr>
            <p:ph type="title"/>
          </p:nvPr>
        </p:nvSpPr>
        <p:spPr>
          <a:xfrm>
            <a:off x="514349" y="862557"/>
            <a:ext cx="2744542" cy="3418386"/>
          </a:xfrm>
        </p:spPr>
        <p:txBody>
          <a:bodyPr vert="horz" lIns="91440" tIns="45720" rIns="91440" bIns="45720" rtlCol="0" anchor="ctr">
            <a:normAutofit/>
          </a:bodyPr>
          <a:lstStyle/>
          <a:p>
            <a:pPr algn="r" defTabSz="457200">
              <a:spcBef>
                <a:spcPct val="0"/>
              </a:spcBef>
            </a:pPr>
            <a:r>
              <a:rPr lang="en-US" sz="3600"/>
              <a:t>Test #4: GDP &amp; Medal Success</a:t>
            </a:r>
            <a:br>
              <a:rPr lang="en-US" sz="3600"/>
            </a:br>
            <a:endParaRPr lang="en-US" sz="3600"/>
          </a:p>
        </p:txBody>
      </p:sp>
      <p:cxnSp>
        <p:nvCxnSpPr>
          <p:cNvPr id="12" name="Straight Connector 11">
            <a:extLst>
              <a:ext uri="{FF2B5EF4-FFF2-40B4-BE49-F238E27FC236}">
                <a16:creationId xmlns:a16="http://schemas.microsoft.com/office/drawing/2014/main" id="{30EFD79F-7790-479B-B7DB-BD0D8C101D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0192" y="1251585"/>
            <a:ext cx="0" cy="264033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12FEC1DB-9688-43A0-4E06-8F8F8ECF8FCF}"/>
              </a:ext>
            </a:extLst>
          </p:cNvPr>
          <p:cNvSpPr>
            <a:spLocks noGrp="1"/>
          </p:cNvSpPr>
          <p:nvPr>
            <p:ph type="body" idx="1"/>
          </p:nvPr>
        </p:nvSpPr>
        <p:spPr>
          <a:xfrm>
            <a:off x="3741493" y="862557"/>
            <a:ext cx="4888157" cy="3418386"/>
          </a:xfrm>
        </p:spPr>
        <p:txBody>
          <a:bodyPr vert="horz" lIns="91440" tIns="45720" rIns="91440" bIns="45720" rtlCol="0" anchor="ctr">
            <a:normAutofit/>
          </a:bodyPr>
          <a:lstStyle/>
          <a:p>
            <a:pPr defTabSz="457200">
              <a:spcAft>
                <a:spcPts val="1000"/>
              </a:spcAft>
              <a:buSzPct val="100000"/>
              <a:buFont typeface="Arial"/>
              <a:buChar char="•"/>
            </a:pPr>
            <a:r>
              <a:rPr lang="en-US" dirty="0"/>
              <a:t>Strong association</a:t>
            </a:r>
            <a:endParaRPr lang="en-US"/>
          </a:p>
          <a:p>
            <a:pPr defTabSz="457200">
              <a:spcAft>
                <a:spcPts val="1000"/>
              </a:spcAft>
              <a:buSzPct val="100000"/>
              <a:buFont typeface="Arial"/>
              <a:buChar char="•"/>
            </a:pPr>
            <a:r>
              <a:rPr lang="en-US" dirty="0"/>
              <a:t>Medals cluster in high-GDP countries</a:t>
            </a:r>
            <a:endParaRPr lang="en-US"/>
          </a:p>
          <a:p>
            <a:pPr defTabSz="457200">
              <a:spcAft>
                <a:spcPts val="1000"/>
              </a:spcAft>
              <a:buSzPct val="100000"/>
              <a:buFont typeface="Arial"/>
              <a:buChar char="•"/>
            </a:pPr>
            <a:r>
              <a:rPr lang="en-US" dirty="0"/>
              <a:t>Reject H₀</a:t>
            </a:r>
            <a:endParaRPr lang="en-US"/>
          </a:p>
          <a:p>
            <a:pPr defTabSz="457200">
              <a:spcAft>
                <a:spcPts val="1000"/>
              </a:spcAft>
              <a:buSzPct val="100000"/>
              <a:buFont typeface="Arial"/>
              <a:buChar char="•"/>
            </a:pPr>
            <a:endParaRPr lang="en-US"/>
          </a:p>
        </p:txBody>
      </p:sp>
    </p:spTree>
    <p:extLst>
      <p:ext uri="{BB962C8B-B14F-4D97-AF65-F5344CB8AC3E}">
        <p14:creationId xmlns:p14="http://schemas.microsoft.com/office/powerpoint/2010/main" val="15532851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Shape 122"/>
        <p:cNvGrpSpPr/>
        <p:nvPr/>
      </p:nvGrpSpPr>
      <p:grpSpPr>
        <a:xfrm>
          <a:off x="0" y="0"/>
          <a:ext cx="0" cy="0"/>
          <a:chOff x="0" y="0"/>
          <a:chExt cx="0" cy="0"/>
        </a:xfrm>
      </p:grpSpPr>
      <p:pic>
        <p:nvPicPr>
          <p:cNvPr id="129" name="Picture 128">
            <a:extLst>
              <a:ext uri="{FF2B5EF4-FFF2-40B4-BE49-F238E27FC236}">
                <a16:creationId xmlns:a16="http://schemas.microsoft.com/office/drawing/2014/main" id="{A17F7527-5AC0-479A-B79F-9CF46341049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1618" cy="5142160"/>
          </a:xfrm>
          <a:prstGeom prst="rect">
            <a:avLst/>
          </a:prstGeom>
        </p:spPr>
      </p:pic>
      <p:sp useBgFill="1">
        <p:nvSpPr>
          <p:cNvPr id="131" name="Rectangle 130">
            <a:extLst>
              <a:ext uri="{FF2B5EF4-FFF2-40B4-BE49-F238E27FC236}">
                <a16:creationId xmlns:a16="http://schemas.microsoft.com/office/drawing/2014/main" id="{50E53EDA-3B94-4F6B-9E86-D3BB9EBB9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Google Shape;123;p23"/>
          <p:cNvSpPr txBox="1">
            <a:spLocks noGrp="1"/>
          </p:cNvSpPr>
          <p:nvPr>
            <p:ph type="title"/>
          </p:nvPr>
        </p:nvSpPr>
        <p:spPr>
          <a:xfrm>
            <a:off x="514349" y="862557"/>
            <a:ext cx="2744542" cy="3418386"/>
          </a:xfrm>
          <a:prstGeom prst="rect">
            <a:avLst/>
          </a:prstGeom>
        </p:spPr>
        <p:txBody>
          <a:bodyPr spcFirstLastPara="1" vert="horz" lIns="91440" tIns="45720" rIns="91440" bIns="45720" rtlCol="0" anchor="ctr" anchorCtr="0">
            <a:normAutofit/>
          </a:bodyPr>
          <a:lstStyle/>
          <a:p>
            <a:pPr marL="0" lvl="0" indent="0" algn="r" defTabSz="457200">
              <a:spcBef>
                <a:spcPct val="0"/>
              </a:spcBef>
              <a:spcAft>
                <a:spcPts val="0"/>
              </a:spcAft>
              <a:buClr>
                <a:schemeClr val="dk1"/>
              </a:buClr>
              <a:buSzPct val="47826"/>
            </a:pPr>
            <a:r>
              <a:rPr lang="en-US" sz="3600" b="1"/>
              <a:t>KEY INSIGHTS</a:t>
            </a:r>
          </a:p>
          <a:p>
            <a:pPr marL="0" lvl="0" indent="0" algn="r" defTabSz="457200">
              <a:spcBef>
                <a:spcPct val="0"/>
              </a:spcBef>
              <a:spcAft>
                <a:spcPts val="0"/>
              </a:spcAft>
            </a:pPr>
            <a:endParaRPr lang="en-US" sz="3600"/>
          </a:p>
        </p:txBody>
      </p:sp>
      <p:cxnSp>
        <p:nvCxnSpPr>
          <p:cNvPr id="133" name="Straight Connector 132">
            <a:extLst>
              <a:ext uri="{FF2B5EF4-FFF2-40B4-BE49-F238E27FC236}">
                <a16:creationId xmlns:a16="http://schemas.microsoft.com/office/drawing/2014/main" id="{30EFD79F-7790-479B-B7DB-BD0D8C101D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0192" y="1251585"/>
            <a:ext cx="0" cy="264033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24" name="Google Shape;124;p23"/>
          <p:cNvSpPr txBox="1">
            <a:spLocks noGrp="1"/>
          </p:cNvSpPr>
          <p:nvPr>
            <p:ph type="body" idx="1"/>
          </p:nvPr>
        </p:nvSpPr>
        <p:spPr>
          <a:xfrm>
            <a:off x="3741493" y="862557"/>
            <a:ext cx="4888157" cy="3418386"/>
          </a:xfrm>
          <a:prstGeom prst="rect">
            <a:avLst/>
          </a:prstGeom>
        </p:spPr>
        <p:txBody>
          <a:bodyPr spcFirstLastPara="1" vert="horz" lIns="91440" tIns="45720" rIns="91440" bIns="45720" rtlCol="0" anchor="ctr" anchorCtr="0">
            <a:normAutofit fontScale="92500" lnSpcReduction="20000"/>
          </a:bodyPr>
          <a:lstStyle/>
          <a:p>
            <a:pPr marL="0" lvl="0" indent="0" defTabSz="457200">
              <a:spcAft>
                <a:spcPts val="1000"/>
              </a:spcAft>
              <a:buSzPct val="100000"/>
              <a:buFont typeface="Arial"/>
              <a:buChar char="•"/>
            </a:pPr>
            <a:r>
              <a:rPr lang="en-US" sz="2800" dirty="0"/>
              <a:t>Athlete traits vary by sport</a:t>
            </a:r>
          </a:p>
          <a:p>
            <a:pPr marL="0" lvl="0" indent="0" defTabSz="457200">
              <a:spcAft>
                <a:spcPts val="1000"/>
              </a:spcAft>
              <a:buSzPct val="100000"/>
              <a:buFont typeface="Arial"/>
              <a:buChar char="•"/>
            </a:pPr>
            <a:r>
              <a:rPr lang="en-US" sz="2800" dirty="0"/>
              <a:t>Gender parity improving</a:t>
            </a:r>
          </a:p>
          <a:p>
            <a:pPr marL="0" lvl="0" indent="0" defTabSz="457200">
              <a:spcAft>
                <a:spcPts val="1000"/>
              </a:spcAft>
              <a:buSzPct val="100000"/>
              <a:buFont typeface="Arial"/>
              <a:buChar char="•"/>
            </a:pPr>
            <a:r>
              <a:rPr lang="en-US" sz="2800" dirty="0"/>
              <a:t>Economic resources impact participation</a:t>
            </a:r>
          </a:p>
          <a:p>
            <a:pPr marL="0" lvl="0" indent="0" defTabSz="457200">
              <a:spcAft>
                <a:spcPts val="1000"/>
              </a:spcAft>
              <a:buSzPct val="100000"/>
              <a:buFont typeface="Arial"/>
              <a:buChar char="•"/>
            </a:pPr>
            <a:r>
              <a:rPr lang="en-US" sz="2800" dirty="0"/>
              <a:t>Medals often correlate with GDP but efficiency varies</a:t>
            </a:r>
          </a:p>
          <a:p>
            <a:pPr marL="0" lvl="0" indent="0" defTabSz="457200">
              <a:spcAft>
                <a:spcPts val="1000"/>
              </a:spcAft>
              <a:buSzPct val="100000"/>
              <a:buFont typeface="Arial"/>
              <a:buChar char="•"/>
            </a:pPr>
            <a:r>
              <a:rPr lang="en-US" sz="2800" dirty="0"/>
              <a:t>Smaller teams can still succeed through specialization</a:t>
            </a:r>
          </a:p>
          <a:p>
            <a:pPr marL="0" lvl="0" indent="0" defTabSz="457200">
              <a:spcAft>
                <a:spcPts val="1000"/>
              </a:spcAft>
              <a:buSzPct val="100000"/>
              <a:buFont typeface="Arial"/>
              <a:buChar char="•"/>
            </a:pPr>
            <a:endParaRPr lang="en-US" dirty="0"/>
          </a:p>
          <a:p>
            <a:pPr marL="0" lvl="0" indent="0" defTabSz="457200">
              <a:spcAft>
                <a:spcPts val="1000"/>
              </a:spcAft>
              <a:buSzPct val="100000"/>
              <a:buFont typeface="Arial"/>
              <a:buChar char="•"/>
            </a:pPr>
            <a:endParaRPr lang="en-US" dirty="0"/>
          </a:p>
          <a:p>
            <a:pPr marL="0" lvl="0" indent="0" defTabSz="457200">
              <a:spcAft>
                <a:spcPts val="1000"/>
              </a:spcAft>
              <a:buSzPct val="100000"/>
              <a:buFont typeface="Arial"/>
              <a:buChar char="•"/>
            </a:pP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4"/>
          <p:cNvSpPr txBox="1">
            <a:spLocks noGrp="1"/>
          </p:cNvSpPr>
          <p:nvPr>
            <p:ph type="title"/>
          </p:nvPr>
        </p:nvSpPr>
        <p:spPr>
          <a:xfrm>
            <a:off x="122464" y="656822"/>
            <a:ext cx="2277836" cy="8609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600" b="1" dirty="0"/>
              <a:t>Athletes Then &amp; Now: Rio 2016 vs Paris 2024</a:t>
            </a:r>
          </a:p>
        </p:txBody>
      </p:sp>
      <p:sp>
        <p:nvSpPr>
          <p:cNvPr id="130" name="Google Shape;130;p24"/>
          <p:cNvSpPr txBox="1">
            <a:spLocks noGrp="1"/>
          </p:cNvSpPr>
          <p:nvPr>
            <p:ph type="body" idx="1"/>
          </p:nvPr>
        </p:nvSpPr>
        <p:spPr>
          <a:xfrm>
            <a:off x="122464" y="1152475"/>
            <a:ext cx="2155372" cy="3416400"/>
          </a:xfrm>
          <a:prstGeom prst="rect">
            <a:avLst/>
          </a:prstGeom>
        </p:spPr>
        <p:txBody>
          <a:bodyPr spcFirstLastPara="1" wrap="square" lIns="91425" tIns="91425" rIns="91425" bIns="91425" anchor="t" anchorCtr="0">
            <a:normAutofit/>
          </a:bodyPr>
          <a:lstStyle/>
          <a:p>
            <a:pPr marL="457200" lvl="0" indent="-298450" algn="l" rtl="0">
              <a:spcBef>
                <a:spcPts val="1200"/>
              </a:spcBef>
              <a:spcAft>
                <a:spcPts val="0"/>
              </a:spcAft>
              <a:buClr>
                <a:schemeClr val="dk1"/>
              </a:buClr>
              <a:buSzPts val="1100"/>
              <a:buChar char="●"/>
            </a:pPr>
            <a:r>
              <a:rPr lang="en-US" dirty="0"/>
              <a:t>Age distributions similar: peak mid-20s</a:t>
            </a:r>
          </a:p>
          <a:p>
            <a:pPr marL="158750" lvl="0" indent="0" algn="l" rtl="0">
              <a:spcBef>
                <a:spcPts val="1200"/>
              </a:spcBef>
              <a:spcAft>
                <a:spcPts val="0"/>
              </a:spcAft>
              <a:buClr>
                <a:schemeClr val="dk1"/>
              </a:buClr>
              <a:buSzPts val="1100"/>
              <a:buNone/>
            </a:pPr>
            <a:endParaRPr lang="en-US" dirty="0"/>
          </a:p>
          <a:p>
            <a:pPr marL="457200" lvl="0" indent="-298450" algn="l" rtl="0">
              <a:spcBef>
                <a:spcPts val="0"/>
              </a:spcBef>
              <a:spcAft>
                <a:spcPts val="0"/>
              </a:spcAft>
              <a:buClr>
                <a:schemeClr val="dk1"/>
              </a:buClr>
              <a:buSzPts val="1100"/>
              <a:buChar char="●"/>
            </a:pPr>
            <a:r>
              <a:rPr lang="en-US" dirty="0"/>
              <a:t>Gender parity improved in 2024</a:t>
            </a:r>
          </a:p>
          <a:p>
            <a:pPr marL="158750" lvl="0" indent="0" algn="l" rtl="0">
              <a:spcBef>
                <a:spcPts val="0"/>
              </a:spcBef>
              <a:spcAft>
                <a:spcPts val="0"/>
              </a:spcAft>
              <a:buClr>
                <a:schemeClr val="dk1"/>
              </a:buClr>
              <a:buSzPts val="1100"/>
              <a:buNone/>
            </a:pPr>
            <a:endParaRPr lang="en-US" dirty="0"/>
          </a:p>
          <a:p>
            <a:pPr marL="457200" lvl="0" indent="-298450" algn="l" rtl="0">
              <a:spcBef>
                <a:spcPts val="0"/>
              </a:spcBef>
              <a:spcAft>
                <a:spcPts val="0"/>
              </a:spcAft>
              <a:buClr>
                <a:schemeClr val="dk1"/>
              </a:buClr>
              <a:buSzPts val="1100"/>
              <a:buChar char="●"/>
            </a:pPr>
            <a:r>
              <a:rPr lang="en-US" dirty="0"/>
              <a:t>Country participation shifts</a:t>
            </a:r>
          </a:p>
          <a:p>
            <a:pPr marL="457200" lvl="0" indent="-298450" algn="l" rtl="0">
              <a:spcBef>
                <a:spcPts val="0"/>
              </a:spcBef>
              <a:spcAft>
                <a:spcPts val="0"/>
              </a:spcAft>
              <a:buClr>
                <a:schemeClr val="dk1"/>
              </a:buClr>
              <a:buSzPts val="1100"/>
              <a:buChar char="●"/>
            </a:pPr>
            <a:endParaRPr lang="en-US" dirty="0"/>
          </a:p>
          <a:p>
            <a:pPr marL="158750" lvl="0" indent="0" algn="l" rtl="0">
              <a:spcBef>
                <a:spcPts val="0"/>
              </a:spcBef>
              <a:spcAft>
                <a:spcPts val="0"/>
              </a:spcAft>
              <a:buClr>
                <a:schemeClr val="dk1"/>
              </a:buClr>
              <a:buSzPts val="1100"/>
              <a:buNone/>
            </a:pPr>
            <a:endParaRPr lang="en-US" dirty="0"/>
          </a:p>
          <a:p>
            <a:pPr marL="457200" lvl="0" indent="-298450" algn="l" rtl="0">
              <a:spcBef>
                <a:spcPts val="0"/>
              </a:spcBef>
              <a:spcAft>
                <a:spcPts val="0"/>
              </a:spcAft>
              <a:buClr>
                <a:schemeClr val="dk1"/>
              </a:buClr>
              <a:buSzPts val="1100"/>
              <a:buChar char="●"/>
            </a:pPr>
            <a:r>
              <a:rPr lang="en-US" dirty="0"/>
              <a:t>Reflects evolving investment &amp; global engagement</a:t>
            </a:r>
          </a:p>
          <a:p>
            <a:pPr marL="0" lvl="0" indent="0" algn="l" rtl="0">
              <a:spcBef>
                <a:spcPts val="1200"/>
              </a:spcBef>
              <a:spcAft>
                <a:spcPts val="1200"/>
              </a:spcAft>
              <a:buNone/>
            </a:pPr>
            <a:endParaRPr lang="en-US" dirty="0"/>
          </a:p>
        </p:txBody>
      </p:sp>
      <p:pic>
        <p:nvPicPr>
          <p:cNvPr id="131" name="Google Shape;131;p24" title="Dashboard 2.png"/>
          <p:cNvPicPr preferRelativeResize="0"/>
          <p:nvPr/>
        </p:nvPicPr>
        <p:blipFill>
          <a:blip r:embed="rId3">
            <a:alphaModFix/>
          </a:blip>
          <a:stretch>
            <a:fillRect/>
          </a:stretch>
        </p:blipFill>
        <p:spPr>
          <a:xfrm>
            <a:off x="2367643" y="78957"/>
            <a:ext cx="6776358" cy="489309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5"/>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Business Impact</a:t>
            </a:r>
          </a:p>
        </p:txBody>
      </p:sp>
      <p:graphicFrame>
        <p:nvGraphicFramePr>
          <p:cNvPr id="141" name="Google Shape;137;p25">
            <a:extLst>
              <a:ext uri="{FF2B5EF4-FFF2-40B4-BE49-F238E27FC236}">
                <a16:creationId xmlns:a16="http://schemas.microsoft.com/office/drawing/2014/main" id="{C2511D5A-2BFB-AA5F-BF36-1A2DCBC7FF1B}"/>
              </a:ext>
            </a:extLst>
          </p:cNvPr>
          <p:cNvGraphicFramePr/>
          <p:nvPr/>
        </p:nvGraphicFramePr>
        <p:xfrm>
          <a:off x="311700" y="1152475"/>
          <a:ext cx="8520600" cy="341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6"/>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Business Impact</a:t>
            </a:r>
            <a:endParaRPr/>
          </a:p>
        </p:txBody>
      </p:sp>
      <p:graphicFrame>
        <p:nvGraphicFramePr>
          <p:cNvPr id="145" name="Google Shape;143;p26">
            <a:extLst>
              <a:ext uri="{FF2B5EF4-FFF2-40B4-BE49-F238E27FC236}">
                <a16:creationId xmlns:a16="http://schemas.microsoft.com/office/drawing/2014/main" id="{B0A58331-BDF0-6B9D-838E-0B9757EFC102}"/>
              </a:ext>
            </a:extLst>
          </p:cNvPr>
          <p:cNvGraphicFramePr/>
          <p:nvPr/>
        </p:nvGraphicFramePr>
        <p:xfrm>
          <a:off x="311700" y="1152475"/>
          <a:ext cx="8520600" cy="341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7"/>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Data Limitations</a:t>
            </a:r>
          </a:p>
        </p:txBody>
      </p:sp>
      <p:graphicFrame>
        <p:nvGraphicFramePr>
          <p:cNvPr id="165" name="Google Shape;149;p27">
            <a:extLst>
              <a:ext uri="{FF2B5EF4-FFF2-40B4-BE49-F238E27FC236}">
                <a16:creationId xmlns:a16="http://schemas.microsoft.com/office/drawing/2014/main" id="{580DAA9E-EB29-F233-5B78-8F58806E14F1}"/>
              </a:ext>
            </a:extLst>
          </p:cNvPr>
          <p:cNvGraphicFramePr/>
          <p:nvPr/>
        </p:nvGraphicFramePr>
        <p:xfrm>
          <a:off x="311700" y="1152475"/>
          <a:ext cx="8520600" cy="341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Shape 153"/>
        <p:cNvGrpSpPr/>
        <p:nvPr/>
      </p:nvGrpSpPr>
      <p:grpSpPr>
        <a:xfrm>
          <a:off x="0" y="0"/>
          <a:ext cx="0" cy="0"/>
          <a:chOff x="0" y="0"/>
          <a:chExt cx="0" cy="0"/>
        </a:xfrm>
      </p:grpSpPr>
      <p:pic>
        <p:nvPicPr>
          <p:cNvPr id="162" name="Picture 161">
            <a:extLst>
              <a:ext uri="{FF2B5EF4-FFF2-40B4-BE49-F238E27FC236}">
                <a16:creationId xmlns:a16="http://schemas.microsoft.com/office/drawing/2014/main" id="{C3ED72BE-2F78-4DD7-B0A1-DCD0503B103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1618" cy="5142160"/>
          </a:xfrm>
          <a:prstGeom prst="rect">
            <a:avLst/>
          </a:prstGeom>
        </p:spPr>
      </p:pic>
      <p:sp>
        <p:nvSpPr>
          <p:cNvPr id="154" name="Google Shape;154;p28"/>
          <p:cNvSpPr txBox="1">
            <a:spLocks noGrp="1"/>
          </p:cNvSpPr>
          <p:nvPr>
            <p:ph type="title"/>
          </p:nvPr>
        </p:nvSpPr>
        <p:spPr>
          <a:xfrm>
            <a:off x="5037958" y="772716"/>
            <a:ext cx="3074960" cy="776684"/>
          </a:xfrm>
          <a:prstGeom prst="rect">
            <a:avLst/>
          </a:prstGeom>
        </p:spPr>
        <p:txBody>
          <a:bodyPr spcFirstLastPara="1" vert="horz" lIns="91440" tIns="45720" rIns="91440" bIns="45720" rtlCol="0" anchor="ctr" anchorCtr="0">
            <a:normAutofit/>
          </a:bodyPr>
          <a:lstStyle/>
          <a:p>
            <a:pPr marL="0" lvl="0" indent="0" defTabSz="457200">
              <a:spcBef>
                <a:spcPct val="0"/>
              </a:spcBef>
              <a:spcAft>
                <a:spcPts val="0"/>
              </a:spcAft>
            </a:pPr>
            <a:r>
              <a:rPr lang="en-US" sz="3600" dirty="0"/>
              <a:t>Conclusion</a:t>
            </a:r>
          </a:p>
        </p:txBody>
      </p:sp>
      <p:sp>
        <p:nvSpPr>
          <p:cNvPr id="164" name="Rounded Rectangle 32">
            <a:extLst>
              <a:ext uri="{FF2B5EF4-FFF2-40B4-BE49-F238E27FC236}">
                <a16:creationId xmlns:a16="http://schemas.microsoft.com/office/drawing/2014/main" id="{92055A2C-DEED-475B-B285-60F86A5483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5495" y="479322"/>
            <a:ext cx="4075313" cy="4181579"/>
          </a:xfrm>
          <a:prstGeom prst="roundRect">
            <a:avLst>
              <a:gd name="adj" fmla="val 3449"/>
            </a:avLst>
          </a:prstGeom>
          <a:solidFill>
            <a:schemeClr val="tx1"/>
          </a:solid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6" name="Google Shape;156;p28" title="2.2Gender Distribution By Team Size.png"/>
          <p:cNvPicPr preferRelativeResize="0"/>
          <p:nvPr/>
        </p:nvPicPr>
        <p:blipFill>
          <a:blip r:embed="rId5"/>
          <a:stretch>
            <a:fillRect/>
          </a:stretch>
        </p:blipFill>
        <p:spPr>
          <a:xfrm>
            <a:off x="495495" y="549807"/>
            <a:ext cx="4075313" cy="1977443"/>
          </a:xfrm>
          <a:prstGeom prst="roundRect">
            <a:avLst>
              <a:gd name="adj" fmla="val 4207"/>
            </a:avLst>
          </a:prstGeom>
          <a:noFill/>
          <a:ln w="50800" cap="sq" cmpd="dbl">
            <a:noFill/>
            <a:miter lim="800000"/>
          </a:ln>
          <a:effectLst/>
        </p:spPr>
      </p:pic>
      <p:pic>
        <p:nvPicPr>
          <p:cNvPr id="157" name="Google Shape;157;p28" title="Dashboard 1.png"/>
          <p:cNvPicPr preferRelativeResize="0"/>
          <p:nvPr/>
        </p:nvPicPr>
        <p:blipFill>
          <a:blip r:embed="rId6"/>
          <a:stretch>
            <a:fillRect/>
          </a:stretch>
        </p:blipFill>
        <p:spPr>
          <a:xfrm>
            <a:off x="595994" y="2612974"/>
            <a:ext cx="3974814" cy="1977443"/>
          </a:xfrm>
          <a:prstGeom prst="roundRect">
            <a:avLst>
              <a:gd name="adj" fmla="val 4528"/>
            </a:avLst>
          </a:prstGeom>
          <a:noFill/>
          <a:ln w="50800" cap="sq" cmpd="dbl">
            <a:noFill/>
            <a:miter lim="800000"/>
          </a:ln>
          <a:effectLst/>
        </p:spPr>
      </p:pic>
      <p:sp>
        <p:nvSpPr>
          <p:cNvPr id="155" name="Google Shape;155;p28"/>
          <p:cNvSpPr txBox="1">
            <a:spLocks noGrp="1"/>
          </p:cNvSpPr>
          <p:nvPr>
            <p:ph type="body" idx="1"/>
          </p:nvPr>
        </p:nvSpPr>
        <p:spPr>
          <a:xfrm>
            <a:off x="5153868" y="1924051"/>
            <a:ext cx="3074960" cy="2736850"/>
          </a:xfrm>
          <a:prstGeom prst="rect">
            <a:avLst/>
          </a:prstGeom>
        </p:spPr>
        <p:txBody>
          <a:bodyPr spcFirstLastPara="1" vert="horz" lIns="91440" tIns="45720" rIns="91440" bIns="45720" rtlCol="0" anchor="ctr" anchorCtr="0">
            <a:normAutofit/>
          </a:bodyPr>
          <a:lstStyle/>
          <a:p>
            <a:pPr marL="0" lvl="0" indent="0" defTabSz="457200">
              <a:lnSpc>
                <a:spcPct val="90000"/>
              </a:lnSpc>
              <a:spcAft>
                <a:spcPts val="1000"/>
              </a:spcAft>
              <a:buSzPct val="100000"/>
              <a:buFont typeface="Arial"/>
              <a:buChar char="•"/>
            </a:pPr>
            <a:r>
              <a:rPr lang="en-US" b="1" dirty="0"/>
              <a:t>Paris 2024 marks strong progress toward global inclusion</a:t>
            </a:r>
          </a:p>
          <a:p>
            <a:pPr marL="0" lvl="0" indent="0" defTabSz="457200">
              <a:lnSpc>
                <a:spcPct val="90000"/>
              </a:lnSpc>
              <a:spcAft>
                <a:spcPts val="1000"/>
              </a:spcAft>
              <a:buSzPct val="100000"/>
              <a:buFont typeface="Arial"/>
              <a:buChar char="•"/>
            </a:pPr>
            <a:r>
              <a:rPr lang="en-US" b="1" dirty="0"/>
              <a:t>Athlete demographics remain stable with structured variation</a:t>
            </a:r>
          </a:p>
          <a:p>
            <a:pPr marL="0" lvl="0" indent="0" defTabSz="457200">
              <a:lnSpc>
                <a:spcPct val="90000"/>
              </a:lnSpc>
              <a:spcAft>
                <a:spcPts val="1000"/>
              </a:spcAft>
              <a:buSzPct val="100000"/>
              <a:buFont typeface="Arial"/>
              <a:buChar char="•"/>
            </a:pPr>
            <a:r>
              <a:rPr lang="en-US" b="1" dirty="0"/>
              <a:t>GDP strongly shapes participation and performance</a:t>
            </a:r>
          </a:p>
          <a:p>
            <a:pPr marL="0" lvl="0" indent="0" defTabSz="457200">
              <a:lnSpc>
                <a:spcPct val="90000"/>
              </a:lnSpc>
              <a:spcAft>
                <a:spcPts val="1000"/>
              </a:spcAft>
              <a:buSzPct val="100000"/>
              <a:buFont typeface="Arial"/>
              <a:buChar char="•"/>
            </a:pPr>
            <a:r>
              <a:rPr lang="en-US" b="1" dirty="0"/>
              <a:t>Smaller nations can still excel through specialization</a:t>
            </a:r>
          </a:p>
          <a:p>
            <a:pPr marL="0" lvl="0" indent="0" defTabSz="457200">
              <a:lnSpc>
                <a:spcPct val="90000"/>
              </a:lnSpc>
              <a:spcAft>
                <a:spcPts val="1000"/>
              </a:spcAft>
              <a:buSzPct val="100000"/>
              <a:buFont typeface="Arial"/>
              <a:buChar char="•"/>
            </a:pPr>
            <a:r>
              <a:rPr lang="en-US" b="1" dirty="0"/>
              <a:t>Long-term comparison (2016/ 2024) shows positive trends</a:t>
            </a:r>
          </a:p>
          <a:p>
            <a:pPr marL="0" lvl="0" indent="0" defTabSz="457200">
              <a:lnSpc>
                <a:spcPct val="90000"/>
              </a:lnSpc>
              <a:spcAft>
                <a:spcPts val="1000"/>
              </a:spcAft>
              <a:buSzPct val="100000"/>
              <a:buFont typeface="Arial"/>
              <a:buChar char="•"/>
            </a:pPr>
            <a:endParaRPr lang="en-US" dirty="0"/>
          </a:p>
          <a:p>
            <a:pPr marL="0" lvl="0" indent="0" defTabSz="457200">
              <a:lnSpc>
                <a:spcPct val="90000"/>
              </a:lnSpc>
              <a:spcAft>
                <a:spcPts val="1000"/>
              </a:spcAft>
              <a:buSzPct val="100000"/>
              <a:buFont typeface="Arial"/>
              <a:buChar char="•"/>
            </a:pP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9"/>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Future Work</a:t>
            </a:r>
            <a:endParaRPr/>
          </a:p>
        </p:txBody>
      </p:sp>
      <p:graphicFrame>
        <p:nvGraphicFramePr>
          <p:cNvPr id="167" name="Google Shape;163;p29">
            <a:extLst>
              <a:ext uri="{FF2B5EF4-FFF2-40B4-BE49-F238E27FC236}">
                <a16:creationId xmlns:a16="http://schemas.microsoft.com/office/drawing/2014/main" id="{FCA8175A-505A-9FE7-E63F-DA4B5A517DB5}"/>
              </a:ext>
            </a:extLst>
          </p:cNvPr>
          <p:cNvGraphicFramePr/>
          <p:nvPr/>
        </p:nvGraphicFramePr>
        <p:xfrm>
          <a:off x="311700" y="1152475"/>
          <a:ext cx="8520600" cy="341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0"/>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Thank You / Questions</a:t>
            </a:r>
            <a:endParaRPr/>
          </a:p>
        </p:txBody>
      </p:sp>
      <p:sp>
        <p:nvSpPr>
          <p:cNvPr id="169" name="Google Shape;169;p30"/>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a:t>Thank you!</a:t>
            </a:r>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TM03457452[[fn=Celestial]]</Template>
  <TotalTime>756</TotalTime>
  <Words>1909</Words>
  <Application>Microsoft Office PowerPoint</Application>
  <PresentationFormat>On-screen Show (16:9)</PresentationFormat>
  <Paragraphs>213</Paragraphs>
  <Slides>29</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Calibri Light</vt:lpstr>
      <vt:lpstr>Times New Roman</vt:lpstr>
      <vt:lpstr>Celestial</vt:lpstr>
      <vt:lpstr>Olymic Data Analytics Capstone Project: Who Competes, Who Wins, and Why It Matters Paris 2024 + Historical Comparison (Rio 2016) By: By Ra’Dicea Davis-Matthews Capstone Project – Data Analytics  </vt:lpstr>
      <vt:lpstr>INTRODUCTION</vt:lpstr>
      <vt:lpstr>Problem Statement  </vt:lpstr>
      <vt:lpstr>Key Business Questions </vt:lpstr>
      <vt:lpstr>Business Context</vt:lpstr>
      <vt:lpstr>Data sources</vt:lpstr>
      <vt:lpstr>Project GoalS</vt:lpstr>
      <vt:lpstr>Python Data Preparation</vt:lpstr>
      <vt:lpstr>Python Data Merge</vt:lpstr>
      <vt:lpstr>OUTCOMES:  athlete's demographic</vt:lpstr>
      <vt:lpstr>Tableau Work</vt:lpstr>
      <vt:lpstr>Findings: Athlete Demographics</vt:lpstr>
      <vt:lpstr>Findings: Gender, Participation &amp; Social Trends  </vt:lpstr>
      <vt:lpstr>Findings: Economics &amp; Medal Outcomes</vt:lpstr>
      <vt:lpstr>USA ATHLETES vs GLOBAL ATHLETES SUMMARY STATISTICS</vt:lpstr>
      <vt:lpstr>Hypothesis Testing</vt:lpstr>
      <vt:lpstr>Hypothesis Testing Overview</vt:lpstr>
      <vt:lpstr>Test #1: Medalist Age</vt:lpstr>
      <vt:lpstr>Test #2: Height Differences Across Sports</vt:lpstr>
      <vt:lpstr>Test #3: Gender &amp; Medal Rates </vt:lpstr>
      <vt:lpstr>Test #4: GDP &amp; Medal Success </vt:lpstr>
      <vt:lpstr>KEY INSIGHTS </vt:lpstr>
      <vt:lpstr>Athletes Then &amp; Now: Rio 2016 vs Paris 2024</vt:lpstr>
      <vt:lpstr>Business Impact</vt:lpstr>
      <vt:lpstr>Business Impact</vt:lpstr>
      <vt:lpstr>Data Limitations</vt:lpstr>
      <vt:lpstr>Conclusion</vt:lpstr>
      <vt:lpstr>Future Work</vt:lpstr>
      <vt:lpstr>Thank You /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Jaylan Matthews</cp:lastModifiedBy>
  <cp:revision>2</cp:revision>
  <dcterms:modified xsi:type="dcterms:W3CDTF">2025-11-23T04:10:17Z</dcterms:modified>
</cp:coreProperties>
</file>